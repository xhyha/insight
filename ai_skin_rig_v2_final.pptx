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-18288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AI蒙皮与骨骼绑定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技术洞察与行业分析报告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Auto-Skinning · AI Auto-Rigging · 游戏资产自动化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| V2.0 | 技术战略分析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为什么要做AI蒙皮与绑定 / Why AI Skinning &amp; Rigging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77724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078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人工成本暴涨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游戏美术人工成本年增15-20%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AAA游戏单角色成本$5-15万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77724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572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05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078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制作周期过长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传统骨骼绑定: 16-40小时/角色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传统蒙皮: 6-16小时/角色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4023360" cy="77724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20240"/>
            <a:ext cx="4572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20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专业人才稀缺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专业绑定师薪资高、招聘难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培养周期长(2-3年)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920240"/>
            <a:ext cx="4023360" cy="77724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920240"/>
            <a:ext cx="4572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920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内容需求爆发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开放世界需要10万+角色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手游需要批量NPC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2011680" cy="109728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30-100x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 手工8小时 → AI 5-15分钟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 手工40小时 → AI 5-30分钟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06040" y="2834640"/>
            <a:ext cx="2011680" cy="1097280"/>
          </a:xfrm>
          <a:prstGeom prst="rect">
            <a:avLst/>
          </a:prstGeom>
          <a:solidFill>
            <a:srgbClr val="4A90D9">
              <a:alpha val="85000"/>
            </a:srgbClr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 60-80%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减少专业绑定师依赖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批量角色处理自动化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2011680" cy="1097280"/>
          </a:xfrm>
          <a:prstGeom prst="rect">
            <a:avLst/>
          </a:prstGeom>
          <a:solidFill>
            <a:srgbClr val="FF6B35">
              <a:alpha val="85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消除人工水平差异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建立统一质量基线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03720" y="2834640"/>
            <a:ext cx="2011680" cy="1097280"/>
          </a:xfrm>
          <a:prstGeom prst="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加速内容生产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9516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支持开放世界10万+角色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支撑手游快速迭代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ROI分析 (100人团队)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201168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年节省人工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$80-150万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06040" y="4389120"/>
            <a:ext cx="201168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1" name="Text 39"/>
          <p:cNvSpPr/>
          <p:nvPr/>
        </p:nvSpPr>
        <p:spPr>
          <a:xfrm>
            <a:off x="260604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产能提升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300%+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389120"/>
            <a:ext cx="201168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周期缩短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4389120"/>
            <a:ext cx="201168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5" name="Text 43"/>
          <p:cNvSpPr/>
          <p:nvPr/>
        </p:nvSpPr>
        <p:spPr>
          <a:xfrm>
            <a:off x="690372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 / AI 3D资产生成平台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 - 最火的AI 3D资产生成平台 (1000万+创作者)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560320" cy="411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to 3D - 文字描述生成3D模型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560320" cy="411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to 3D - 图片转3D模型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2560320" cy="411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Texturing - AI材质纹理生成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560320" cy="411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Auto-Rigging - 自动骨骼绑定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965960"/>
            <a:ext cx="2560320" cy="411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 - 500+游戏动画库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Auto-Rigging Pipeline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11480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姿态估计 (Pose Estimation)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骨骼生成 (Skeleton Generation)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自动绑定 (Automatic Binding)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权重分布 (Weight Distribution)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处理时间: ~17秒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输出格式: GLB, FBX, OBJ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IK支持: 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动画预设: 500+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9319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仅支持人形 (bipedal)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最大30万面 (需Remesh)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模型需朝+Z轴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不支持四足/怪物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定价: 免费版 | Pro $15/月 | Enterprise定制 | API $0.02/次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国际厂商方案 / Global Commercial Solutions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Omniverse Avatar Cloud Engine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Neural Rigging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AI动作生成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 GPU加速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行业领先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 需要RTX显卡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Unreal+iKinema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Control Rig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MetaHuman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iKinema (Epic收购)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 影视级质量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完整工具链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 学习曲线陡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授权费用高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ML-Agents (实验性)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Animancer Pro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 Skinning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 引擎原生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移动端优化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 AI蒙皮能力弱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依赖第三方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0233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02336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3832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AI动捕+绑定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骨骼追踪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云端处理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 端到端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 需硬件支持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中国厂商方案 / Chinese Commercial Solutions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网易伏羲实验室 (Fuxi Lab) - AI骨骼动画技术最透明的中国厂商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表情基自动绑定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Automatic expression base binding - 直接应用于蒙皮绑定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RL表情绑定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Reinforcement Learning表情基绑定 - 强化学习优化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骨骼捏脸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Skeleton-based face sculpting - 基于骨骼的面部创建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手势迁移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Gesture transfer - AI手势动作迁移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动作合成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Motion synthesis - AI动作合成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应用产品: 逆水寒(4D面部扫描)、倩女幽魂(AI美术生产)、永劫无间(AI角色动画)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其他中国厂商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3931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6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腾讯AI Lab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AI动捕重定向、骨骼动画生成、表情捕捉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光子工作室、天美工作室AI动画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0" y="3520440"/>
            <a:ext cx="3931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566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 (DeepMotion)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AI动作捕捉+骨骼追踪、云端处理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AI角色动画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3931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米哈游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自研动画系统、AI角色绑定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原神、崩坏系列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4251960"/>
            <a:ext cx="3931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完美世界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AI骨骼绑定、智能动画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游戏AI角色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开源方案 / Open Source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骨骼绑定开源方案 (按Stars排序)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UniRig (1.6k stars)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060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开发者: 清华+TripoAI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统一骨骼+蒙皮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Bone-Point Cross Attention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SIGGRAPH 2025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★★★★★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0604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25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RigNet (1.5k stars)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060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开发者: 华盛顿大学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GCN+Attention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骨骼拓扑预测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SIGGRAPH 2020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★★★★☆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60604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325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DEM-Bones (964 stars)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737360"/>
            <a:ext cx="26060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开发者: Electronic Arts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自动化LBS提取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游戏引擎优化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★★★★☆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60604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mGear (1.2k stars)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060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08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开发者: 社区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模块化Rig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Maya插件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★★★★☆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0" y="2651760"/>
            <a:ext cx="260604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Rigify (N/A stars)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063240"/>
            <a:ext cx="26060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108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开发者: Blender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Python程序化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免费开源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★★★★☆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0" y="2651760"/>
            <a:ext cx="260604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RigAnything (137 stars)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3063240"/>
            <a:ext cx="26060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108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开发者: 学术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模板无关自回归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SIGGRAPH 2025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★★★☆☆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 DeepSkin为不准确名称，应为RigNet/UniRig等学术项目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学术前沿 / Academic Frontier (2022-2026)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UniRig (SIGGRAPH 2025)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统一骨骼+蒙皮生成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Bone-Point Cross 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215%精度提升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SkinTokens (2026)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离散化皮肤标记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RL精化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98-133%精度提升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0233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 (CVPR 2025)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扩散模型+骨骼绑定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Text-to-Avatar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40233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AniGen (SIGGRAPH 2026)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40233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06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统一S³ Fields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生成+绑定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40233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RigAnything (SIGGRAPH TOG 2025)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40233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40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模板无关自回归绑定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泛化能力强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40233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RigNet (SIGGRAPH 2020)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40233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40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GCN+Attention奠基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广泛引用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技术趋势: 扩散模型(DRiVE) → 统一框架(UniRig/AniGen) → 自回归(RigAnything)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关键突破: 精度从85%→98%+、处理速度&lt;1秒、支持任意角色类型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AI蒙皮技术架构 / AI Skinning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AI蒙皮核心算法对比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线性矩阵混合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简单快速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85-95分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快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201168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双四元数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保持刚性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78-88分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中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2011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GCN+Attention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图卷积+注意力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空间关系学习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90-96分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GPU 0.8s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325880"/>
            <a:ext cx="201168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UniRig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737360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统一骨骼+蒙皮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交叉注意力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98%+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&lt;1s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UniRig架构 (SIGGRAPH 2025)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17373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375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UniRig Pipeline: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输入: Mesh + 可选Skeleton Prompt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Stage 1: Bone-Point Cross Attention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骨骼点交叉注意力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顶点-骨骼关系建模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Stage 2: 统一骨骼蒙皮生成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骨骼拓扑生成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权重预测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输出: 完整Rig + 蒙皮权重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精度: 215%提升 (vs 传统方法) | 推理速度: &lt;1秒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骨骼绑定技术架构 / Rigging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64592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骨骼生成层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骨骼拓扑生成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关节位置计算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IK/FK链设计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16459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03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智能绑定层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24028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自动权重计算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224028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约束系统生成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224028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IK/FK切换逻辑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64592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物理集成层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06324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肌肉/肌腱模拟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306324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软组织变形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3063240"/>
            <a:ext cx="2011680" cy="4114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碰撞检测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IK求解器技术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Jacobian转置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中 | 精度: 高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416052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快 | 精度: 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16052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CCDIK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最快 | 精度: 中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03720" y="416052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实时 | 精度: 高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方案综合对比 / Solution Comparison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822960"/>
                <a:gridCol w="822960"/>
                <a:gridCol w="82296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蒙皮质量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Meshy.ai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云服务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~17s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$15/月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快速原型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UniRig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开源学术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98%+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研究/高精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RigNet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开源学术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生产可用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Unreal+iKinema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商业引擎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订阅制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AAA游戏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网易伏羲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大厂自用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Unity+插件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商业引擎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80-88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免费+插件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DeepMotion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云服务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按量付费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动捕绑定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选型建议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402336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独立开发者: Meshy (免费组合)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4114800"/>
            <a:ext cx="4023360" cy="41148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中型团队: Unity + UniRig开源 + mGear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617720"/>
            <a:ext cx="4023360" cy="4114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AAA大厂: Unreal + 自研发 + iKinema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4617720"/>
            <a:ext cx="4023360" cy="41148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研究机构: UniRig + RigNet (学术合作)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 / Implementation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0-3月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调研与选型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01168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深入测试Meshy API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评估UniRig开源方案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建立评估指标体系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011680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输出选型报告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914400"/>
            <a:ext cx="20116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3-6月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371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POC验证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1645920"/>
            <a:ext cx="201168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选择1-2个重点场景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对比商业vs开源方案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74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输出精度/效率/成本报告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3063240"/>
            <a:ext cx="2011680" cy="3200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0604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POC通过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201168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6-12月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45920"/>
            <a:ext cx="201168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集成到现有流程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定制化优化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培训团队(2-3人)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2011680" cy="320040"/>
          </a:xfrm>
          <a:prstGeom prst="rect">
            <a:avLst/>
          </a:prstGeom>
          <a:solidFill>
            <a:srgbClr val="FF6B35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效率+40%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914400"/>
            <a:ext cx="20116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4: 12月+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1371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规模推广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1645920"/>
            <a:ext cx="201168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AI蒙皮覆盖率70%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951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自研能力建设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951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下一代技术储备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03720" y="3063240"/>
            <a:ext cx="2011680" cy="320040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AI覆盖70%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资源投入 (100人团队)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2011680" cy="9144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977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AI研发(3-4人)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06040" y="3931920"/>
            <a:ext cx="2011680" cy="9144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5" name="Text 43"/>
          <p:cNvSpPr/>
          <p:nvPr/>
        </p:nvSpPr>
        <p:spPr>
          <a:xfrm>
            <a:off x="2606040" y="3977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管线开发(2-3人)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931920"/>
            <a:ext cx="2011680" cy="9144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3977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GPU基础设施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3931920"/>
            <a:ext cx="2011680" cy="9144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9" name="Text 47"/>
          <p:cNvSpPr/>
          <p:nvPr/>
        </p:nvSpPr>
        <p:spPr>
          <a:xfrm>
            <a:off x="6903720" y="3977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工具许可+培训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Meshy.ai是最火的AI 3D工具，UniRig(RigNet升级版)是开源标杆，支持自动骨骼绑定和500+动画库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网易伏羲在表情基绑定、RL绑定有独家技术，腾讯字节各有AI动画布局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学术前沿突破: UniRig精度98%+，处理&lt;1秒，SIGGRAPH 2025-2026持续突破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实施路线: 0-3月调研 → 3-6月POC → 6-12月试点 → 12月+规模推广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游戏资产技术洞察团队 | 2026年5月 | V2.0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AI蒙皮与骨骼绑定技术洞察报告</dc:title>
  <dc:subject>游戏资产自动化技术战略</dc:subject>
  <dc:creator>游戏资产技术洞察团队</dc:creator>
  <cp:lastModifiedBy>游戏资产技术洞察团队</cp:lastModifiedBy>
  <cp:revision>1</cp:revision>
  <dcterms:created xsi:type="dcterms:W3CDTF">2026-05-20T09:22:54Z</dcterms:created>
  <dcterms:modified xsi:type="dcterms:W3CDTF">2026-05-20T09:22:54Z</dcterms:modified>
</cp:coreProperties>
</file>