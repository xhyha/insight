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AI蒙皮与骨骼绑定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技术洞察与行业分析报告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Auto-Skinning · AI Auto-Rigging · 游戏资产自动化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| 技术战略分析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为什么要做AI蒙皮与绑定 / Why AI Skinning &amp; Rigging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行业痛点：成本与效率的双重压力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人工成本暴涨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游戏美术人工成本年增15-20%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AAA游戏单角色成本$5-15万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制作周期过长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传统骨骼绑定: 16-40小时/角色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传统蒙皮: 6-16小时/角色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7744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专业人才稀缺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专业绑定师薪资高、招聘难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培养周期长(2-3年)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37744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内容需求爆发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开放世界需要10万+角色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手游需要批量NPC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AI蒙皮与绑定的价值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2011680" cy="118872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30-100x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 手工8小时 → AI 5-15分钟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 手工40小时 → AI 5-30分钟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3886200"/>
            <a:ext cx="2011680" cy="1188720"/>
          </a:xfrm>
          <a:prstGeom prst="rect">
            <a:avLst/>
          </a:prstGeom>
          <a:solidFill>
            <a:srgbClr val="4A90D9">
              <a:alpha val="85000"/>
            </a:srgbClr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 60-80%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减少专业绑定师依赖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批量角色处理自动化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2011680" cy="1188720"/>
          </a:xfrm>
          <a:prstGeom prst="rect">
            <a:avLst/>
          </a:prstGeom>
          <a:solidFill>
            <a:srgbClr val="FF6B35">
              <a:alpha val="85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质量标准化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消除人工水平差异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建立统一质量基线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03720" y="3886200"/>
            <a:ext cx="2011680" cy="1188720"/>
          </a:xfrm>
          <a:prstGeom prst="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加速内容生产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支持开放世界10万+角色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支撑手游快速迭代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价值量化分析 / Value Quantification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效率提升对比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AI蒙皮绑定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8-24小时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5-15分钟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32-288x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AI骨骼生成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2-8小时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2-5分钟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24-240x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AI骨骼绑定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16-40小时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5-30分钟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32-480x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权重调整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2-8小时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10-30分钟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4-48x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单角色总计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28-80小时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22-80分钟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20-218x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投资回报分析 (100人团队)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2011680" cy="1371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人工成本节省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$200万/年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After: AI辅助后节省40%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-$80万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3657600"/>
            <a:ext cx="2011680" cy="1371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制作周期缩短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单角色3周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After: AI辅助后1周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时间-66%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3657600"/>
            <a:ext cx="2011680" cy="1371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产能提升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10角色/月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After: AI辅助后40角色/月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产能+300%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3657600"/>
            <a:ext cx="2011680" cy="1371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8" name="Text 15"/>
          <p:cNvSpPr/>
          <p:nvPr/>
        </p:nvSpPr>
        <p:spPr>
          <a:xfrm>
            <a:off x="690372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质量一致性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依赖人工水平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After: AI标准化&gt;90分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AI蒙皮与绑定是游戏资产自动化投资回报最高的技术方向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AI蒙皮业界方案 / AI Skinning Commercial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Animancer Pro (第三方)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ML-Agents (实验性AI)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 Skinning原生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引擎原生支持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实时预览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移动端优化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AI蒙皮能力弱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依赖第三方插件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Unreal 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032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71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Control Rig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Animation Blueprint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MetaHuman集成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影视级质量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高端定位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完整工具链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学习曲线陡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授权费用高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Adobe Mixamo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56032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71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自动骨骼生成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自动蒙皮绑定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动画库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免费使用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Adobe生态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蒙皮质量一般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非游戏专业定位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MetaHuman (Epic)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023360" cy="10972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高保真数字人类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程序化骨骼+蒙皮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AI增强面部绑定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适用场景: 写实角色、影视级游戏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定价: 虚幻引擎订阅(包含)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Character Creator (Reallusion)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4023360" cy="10972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023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程序化角色创建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自动骨骼绑定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AI面容/身体生成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适用场景: 游戏、虚拟数字人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定价: $99/年起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AI蒙皮开源方案 / AI Skinning Open Source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 (最接近生产级)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2377440"/>
          </a:xfrm>
          <a:prstGeom prst="rect">
            <a:avLst/>
          </a:prstGeom>
          <a:solidFill>
            <a:srgbClr val="F5F7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输入层: Mesh + Skeleton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GCN层: 图卷积网络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Attention层: 骨骼感知注意力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输出层: n×m 权重矩阵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论文: "DeepSkin: Neural Skinning" (2022)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语言: Python / PyTorch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状态: 研究级，接近生产可用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Skinning (Transformer)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237744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输入层: Mesh顶点特征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Transformer: 自注意力机制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骨骼Query: 可学习骨骼查询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输出: 平滑权重分布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论文: "Neural Skinning" (2023)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特点: Transformer架构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状态: 研究阶段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其他开源方案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26517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Auto-Skinner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传统算法+优化搜索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★★☆☆☆ | 创业公司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4343400"/>
            <a:ext cx="26517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OpenSkeletal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LBS/DQS实现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★★★☆☆ | 社区维护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4343400"/>
            <a:ext cx="26517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RigLogic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★★☆☆☆ | 研究项目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DeepSkin是目前最接近生产级的开源AI蒙皮方案，但需GPU部署，适合有技术团队的厂商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AI蒙皮技术架构 / AI Skinning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Mesh几何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(顶点坐标/法线)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Skeleton定义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(骨骼层级)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Pose参考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(可选)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GCN层 (图卷积网络)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200400" cy="914400"/>
          </a:xfrm>
          <a:prstGeom prst="rect">
            <a:avLst/>
          </a:prstGeom>
          <a:solidFill>
            <a:srgbClr val="E8F4FD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将Mesh顶点编码为图结构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捕获空间邻接关系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学习顶点-骨骼相关性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H^(l+1) = σ(D^-1 A H^l W^l)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Attention层 (骨骼感知注意力)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560320"/>
            <a:ext cx="3200400" cy="914400"/>
          </a:xfrm>
          <a:prstGeom prst="rect">
            <a:avLst/>
          </a:prstGeom>
          <a:solidFill>
            <a:srgbClr val="E8F4FD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606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自动聚焦关键顶点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学习骨骼间权重交互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输出平滑权重分布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 Skeleton-Aware Self-Attention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2560320"/>
            <a:ext cx="1463040" cy="91440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n_verts × n_bones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权重矩阵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Softmax归一化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部署架构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416052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77640"/>
            <a:ext cx="1828800" cy="10972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云端训练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大模型训练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416052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3977640"/>
            <a:ext cx="1828800" cy="10972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边缘推理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ONNXRuntime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977640"/>
            <a:ext cx="1828800" cy="109728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实时管线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Unity/Unreal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集成插件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&lt;1秒推理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AI骨骼绑定业界方案 / AI Rigging Commercial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iKinema (Epic Games收购)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AI动捕重定向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实时IK求解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骨骼拓扑适应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输入: 动捕数据/目标骨骼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AI识别: 骨骼自动映射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IK求解: 自适应算法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输出: 驱动目标角色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应用: 虚幻引擎数字人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生产级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Xsens MVN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惯性动捕融合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AI骨骼追踪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自动骨骼绑定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输入: IMU传感器数据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AI推断: 骨骼姿态估计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IK融合: 多源数据融合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↓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输出: BVH/FBX动画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应用: 影视、游戏动捕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生产级(需硬件)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引擎原生方案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265176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Motion Matching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(Unity)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AI动作检索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智能切换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程序化绑定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★★★★☆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3931920"/>
            <a:ext cx="265176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Rig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(Unreal)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434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Blueprint驱动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IK/FK切换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★★★★★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3931920"/>
            <a:ext cx="265176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 Rigging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(Blender)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434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程序化Rig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Python驱动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开源免费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★★★☆☆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AI骨骼绑定开源方案 / AI Rigging Open Source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 (Blender官方)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Metarig: 人形模板定义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生成器: 程序化骨骼链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约束系统: IK/FK自动设置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输出: 完整Rig层级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特点: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Python程序化生成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高度可定制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社区丰富模板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适用: 人形/兽形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状态: 生产级(免费)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mGear (Maya插件)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技术架构: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模块化Rig组件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程序化骨骼链生成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智能约束配置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输出: 可编辑Rig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└─────────────────────────────┘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1.2k stars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特点: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模块化设计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自动化程度高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Maya集成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状态: 生产级(开源)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其他开源方案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2651760" cy="822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Advanced Skeleton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Maya插件 | 2.1k stars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程序化+AI辅助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4023360"/>
            <a:ext cx="2651760" cy="822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RigLogic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 | 0.8k stars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程序化Rig引擎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4023360"/>
            <a:ext cx="2651760" cy="822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PawnGig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UE插件 | 0.5k stars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模块化Rig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Rigify(mGear)是免费生产级方案，AI能力弱；iKinema/Xsens是AI骨骼绑定商业标杆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AI骨骼绑定技术架构 / AI Rigging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8288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骨骼生成层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骨骼拓扑生成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关节位置计算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IK/FK链设计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智能绑定层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自动权重计算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约束系统生成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IK/FK切换逻辑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物理集成层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肌肉/肌腱模拟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软组织变形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碰撞检测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IK求解器技术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Jacobian转置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迭代求解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中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前向后向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快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CCDIK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循环坐标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最快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46634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学习求解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实时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技术成熟度对比 / Technology Maturity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02336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731520"/>
                <a:gridCol w="731520"/>
                <a:gridCol w="274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DeepSkin(开源)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Auto-Skinner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Mixamo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DQS(工业)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731520"/>
                <a:gridCol w="731520"/>
                <a:gridCol w="274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iKinema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Xsens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Rigify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mGear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88-94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技术演进路线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3520440"/>
            <a:ext cx="20116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2011680" cy="9144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蒙皮: DQS工业标准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程序化骨骼成熟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绑定: iKinema/Xsens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商业化成熟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606040" y="3520440"/>
            <a:ext cx="20116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1"/>
          <p:cNvSpPr/>
          <p:nvPr/>
        </p:nvSpPr>
        <p:spPr>
          <a:xfrm>
            <a:off x="260604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606040" y="3977640"/>
            <a:ext cx="2011680" cy="91440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9748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蒙皮: AI蒙皮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商业化元年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绑定: AI骨骼绑定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云端服务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754880" y="3520440"/>
            <a:ext cx="20116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0" y="3977640"/>
            <a:ext cx="2011680" cy="91440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蒙皮: AI蒙皮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普及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绑定: AI骨骼绑定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903720" y="3520440"/>
            <a:ext cx="201168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903720" y="3977640"/>
            <a:ext cx="2011680" cy="91440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9516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蒙皮: 完整AI管线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实时生成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绑定: 物理肌肉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7" name="Text 23"/>
          <p:cNvSpPr/>
          <p:nvPr/>
        </p:nvSpPr>
        <p:spPr>
          <a:xfrm>
            <a:off x="548640" y="5074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2025年是AI蒙皮商业化关键窗口，AI骨骼绑定已有成熟商业方案可借鉴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 / 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0-6个月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打基础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DQS蒙皮优化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程序化骨骼(Mixamo)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Rigify/mGear部署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IK/FK系统建立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效率+40%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6-12个月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AI试点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DeepSkin引入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NPC角色AI蒙皮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iKinema评估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AI骨骼绑定试点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383280"/>
            <a:ext cx="2651760" cy="3200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AI覆盖30%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12-18个月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AI蒙皮扩展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自研能力建设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完整AI骨骼绑定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生产管线集成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383280"/>
            <a:ext cx="2651760" cy="320040"/>
          </a:xfrm>
          <a:prstGeom prst="rect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AI覆盖70%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投资建议 (100人团队)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AI研发(3-4人)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核心算法研发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管线开发(2-3人)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工具链集成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GPU基础设施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训练+推理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工具许可+培训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商业软件+人才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为什么要做: 效率提升30-100x，成本降低60-80%，解决游戏资产生产瓶颈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 DeepSkin(开源)已接近生产级，2025年商业化爆发，推理0.8秒可接受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 iKinema/Xsens是商业标杆，Rigify/mGear是免费方案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路线: 短期DQS打基础，中期AI试点，长期自研+规模化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游戏资产技术洞察团队 | 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AI蒙皮与骨骼绑定技术洞察报告</dc:title>
  <dc:subject>游戏资产自动化技术战略</dc:subject>
  <dc:creator>游戏资产技术洞察团队</dc:creator>
  <cp:lastModifiedBy>游戏资产技术洞察团队</cp:lastModifiedBy>
  <cp:revision>1</cp:revision>
  <dcterms:created xsi:type="dcterms:W3CDTF">2026-05-20T08:55:16Z</dcterms:created>
  <dcterms:modified xsi:type="dcterms:W3CDTF">2026-05-20T08:55:16Z</dcterms:modified>
</cp:coreProperties>
</file>