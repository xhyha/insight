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4A90D9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-1828800"/>
            <a:ext cx="3657600" cy="3657600"/>
          </a:xfrm>
          <a:prstGeom prst="ellipse">
            <a:avLst/>
          </a:prstGeom>
          <a:solidFill>
            <a:srgbClr val="FF6B35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游戏资产智能生产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技术洞察报告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自动蒙皮 · 程序化骨骼 · 智能绑定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 | 技术战略分析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 / Key Insights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AI蒙皮进入工业可用阶段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DQS完全成熟，AI蒙皮2025-2027年商业化，效率提升30-100x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640080" cy="6400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程序化骨骼生成技术完全成熟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MakeHuman/Mixamo/MetaHuman已生产可用，效率提升100-500x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glTF成为跨引擎事实标准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游戏行业USD采用率低，glTF 2.0 + Draco压缩是最优解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6400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Skinning已达20x加速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完整优化方案：0.9ms单角色，100角色群控&lt;4ms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技术成熟度矩阵 / Technology Maturity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371600"/>
                <a:gridCol w="292608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技术领域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当前成熟度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生产可用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DQS蒙皮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Unity/Unreal原生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程序化骨骼生成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Mixamo/MakeHuman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Skinning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引擎内置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跨引擎资产(glTF)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glTF 2.0+Draco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AI蒙皮(深度学习)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★★☆☆☆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2025-2027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观望+试点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AI骨骼生成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★★☆☆☆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2027+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研究跟踪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物理肌肉系统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★☆☆☆☆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2028+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长期储备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 当前应采用 DQS + 程序化骨骼 + glTF 组合，2025-2027年逐步引入AI蒙皮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业界现状对比 / Competitive Landscape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  <a:gridCol w="1188720"/>
                <a:gridCol w="11887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自动骨骼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自动蒙皮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骨骼绑定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资产管线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Maya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商业($1620/年)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Unreal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免费+5%分成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Unity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免费(&lt;10万)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Blender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免费(开源)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Mixamo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★★☆☆☆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免费(Adobe)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MetaHuman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虚幻订阅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AAA游戏: Unreal+Maya组合是行业黄金标准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手游/独立: Unity+Mixamo组合性价比最高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快速原型: Blender开源方案已满足基础需求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AI蒙皮技术架构 / AI Skinning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377440" y="1691640"/>
            <a:ext cx="457200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1828800" cy="73152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Mesh输入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+Skeleton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457200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2560320" y="1188720"/>
            <a:ext cx="1645920" cy="73152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88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图神经网络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457200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1188720"/>
            <a:ext cx="1645920" cy="7315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188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188720"/>
            <a:ext cx="2011680" cy="73152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188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权重网络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LBS vs DQS vs AI蒙皮 对比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146304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371600"/>
                <a:gridCol w="18288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LBS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线性矩阵混合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85-95分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DQS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双四元数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78-88分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中(0.3s)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AI蒙皮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深度学习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90-96分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慢(训练45s/推理0.8s)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是(8GB)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建议: 短期用DQS保质量，中期引入AI蒙皮做效率提升，保留人工审核通道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程序化骨骼生成架构 / Procedural Skeleton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基于模板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Rigify/Mixamo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骨架复制+参数变形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时间: 2-5分钟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85-92分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517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97280"/>
            <a:ext cx="26517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参数化生成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人体测量数据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自动化拓扑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377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时间: 30秒-2分钟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88-94分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6517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97280"/>
            <a:ext cx="265176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自动推断拓扑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时间: 5-15秒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82-95分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自动化适用场景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人形角色 / 标准四足 / 简单机械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多足 / 异形 / 超自然生物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977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批量NPC (质量&lt;90分可接受)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影视级角色 (必须&gt;95分)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快速原型 (48小时内交付)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定制化角色 (需要独特拓扑)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骨骼绑定系统架构 / Rigging 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2860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基础绑定层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417320"/>
            <a:ext cx="137160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417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FK系统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137160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417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IK系统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137160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417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父子约束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589520" y="1417320"/>
            <a:ext cx="137160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417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角度约束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2286000" cy="10972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智能增强层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2697480"/>
            <a:ext cx="137160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AI权重优化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0" y="2697480"/>
            <a:ext cx="137160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自动约束生成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2697480"/>
            <a:ext cx="137160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IK/FK切换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9520" y="2697480"/>
            <a:ext cx="137160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极向量配置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2286000" cy="10972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57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物理集成层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26080" y="3977640"/>
            <a:ext cx="137160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肌肉/肌腱模拟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80560" y="3977640"/>
            <a:ext cx="137160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软组织变形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3977640"/>
            <a:ext cx="137160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碰撞检测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89520" y="3977640"/>
            <a:ext cx="137160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LOD优化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核心算法: Jacobian转置求解器 / FABRIK / PBD (Position Based Dynamics)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跨引擎资产管线 / Cross-Engine Asset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glTF 2.0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游戏主流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文件: 8MB(3MB压缩)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加载: 0.8s(0.5s压缩)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支持: Unity/Unreal/Godot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544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影视行业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文件: 15MB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加载: 1.8s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支持: Maya/Houdini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FBX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544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过渡格式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文件: 25MB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加载: 2.5s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支持: 全平台(封闭)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推荐资产管线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11680" y="3840480"/>
            <a:ext cx="731520" cy="731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611880"/>
            <a:ext cx="1463040" cy="5486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118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DCC工具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Maya/Blender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0" y="3840480"/>
            <a:ext cx="731520" cy="731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Shape 20"/>
          <p:cNvSpPr/>
          <p:nvPr/>
        </p:nvSpPr>
        <p:spPr>
          <a:xfrm>
            <a:off x="2560320" y="3611880"/>
            <a:ext cx="1463040" cy="54864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36118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格式转换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glTF优先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3840480"/>
            <a:ext cx="731520" cy="731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3611880"/>
            <a:ext cx="1463040" cy="54864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6118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验证优化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Draco压缩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3611880"/>
            <a:ext cx="1463040" cy="54864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6118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分发部署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Unity/Unreal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关键结论: glTF 2.0 + Draco压缩是游戏行业最优解，USD用于影视资产处理后需转换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实时性能优化架构 / Performance Optimization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性能瓶颈分解 (1000角色同屏)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743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蒙皮矩阵计算 (30-40%)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743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顶点变换 (25-35%)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7432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骨骼变换计算 (15-25%)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74320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约束求解 (10-20%)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优化方案对比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71600"/>
          <a:ext cx="411480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帧时间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GPU占用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Skinning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18ms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Skinning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4ms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GPU+LOD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2.5ms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完整优化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0.9ms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优化技术矩阵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3749040"/>
            <a:ext cx="26517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794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顶点层面: GPU Skinning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加速: 3-5x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291840" y="3749040"/>
            <a:ext cx="26517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83280" y="3794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顶点层面: Texture BoneField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加速: 2-3x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26480" y="3749040"/>
            <a:ext cx="26517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794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骨骼层面: LOD骨骼简化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加速: 2-4x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4389120"/>
            <a:ext cx="26517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434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骨骼层面: 骨骼实例化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加速: 5-10x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91840" y="4389120"/>
            <a:ext cx="26517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83280" y="4434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架构层面: GPU Driven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加速: 3-8x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目标: 单角色&lt;0.5ms, 100角色群控&lt;4ms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实施路线图 / Implementation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Q1-Q2 (0-6个月)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立即可行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启用DQS蒙皮(质量提升)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部署程序化骨骼生成工具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建立glTF资产管线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性能基线建立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5176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Q3-Q4 (6-12个月)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能力扩展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7373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AI蒙皮技术验证(小规模)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GPU Skinning全面启用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USD资产管线集成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性能优化迭代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65176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Q5-Q6 (12-18个月)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战略投资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7373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AI蒙皮生产扩展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云边协同架构预研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生成式AI工具链评估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下一代技术储备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2651760" cy="45720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蒙皮效率提升: 50%+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4480560"/>
            <a:ext cx="2651760" cy="45720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跨引擎转换成功率: 98%+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4480560"/>
            <a:ext cx="2651760" cy="45720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单角色动画成本: &lt;0.5ms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风险与建议 / Risks &amp; Recommendations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731520"/>
                <a:gridCol w="4937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缓解策略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AI蒙皮质量不稳定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保留人工审核通道，建立质量基线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GPU硬件依赖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保留CPU fallback， especially移动端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工具链碎片化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明确格式边界，统一管线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人才技能缺口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建立培训计划，TA能力建设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战略行动建议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474720"/>
            <a:ext cx="16459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474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立即(0-3月)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28600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评估现有管线，启动DQS试点，建立程序化骨骼能力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069080"/>
            <a:ext cx="164592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069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短期(6月)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286000" y="4069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完成AI蒙皮可行性验证，实现glTF全流程支持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663440"/>
            <a:ext cx="164592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663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中期(12月)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286000" y="4663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AI蒙皮进入生产环境，建立云边协同架构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4A90D9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AI蒙皮2025-2027年进入生产阶段，是长期战略投资方向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DQS+程序化骨骼+glTF组合现在可用，效率提升50-100x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200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Skinning已是行业标准，完整优化可达20x加速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18个月渐进式引入AI，建立技术储备和试点机制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游戏资产技术洞察团队 | 2026年5月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游戏资产自动蒙皮、自动骨骼生成与绑定技术洞察报告</dc:title>
  <dc:subject>技术战略分析</dc:subject>
  <dc:creator>游戏资产技术洞察团队</dc:creator>
  <cp:lastModifiedBy>游戏资产技术洞察团队</cp:lastModifiedBy>
  <cp:revision>1</cp:revision>
  <dcterms:created xsi:type="dcterms:W3CDTF">2026-05-20T08:28:27Z</dcterms:created>
  <dcterms:modified xsi:type="dcterms:W3CDTF">2026-05-20T08:28:27Z</dcterms:modified>
</cp:coreProperties>
</file>