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基于神经网络的Auto-Rigging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技术洞察报告 &amp; 技术方案 |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一、执行摘要 - 核心发现与技术成熟度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二、业界洞察 - 学术论文分析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三、业界洞察 - 竞品分析与商业方案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四、技术方案 - 架构设计与选型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五、技术方案 - 训练与部署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六、决策点汇总与风险评估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七、下一步行动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一、核心发现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面部神经auto-rigging已落地：Disney、Sony、网易已实现生产级质量（成熟度80%）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全身角色auto-rigging仍是研究阶段（成熟度25%），无通用生产方案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主流游戏引擎（Unity/Unreal）仍为规则驱动，无DL-based rigging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音频驱动面部动画已商业化（Golaem Audio2Rig, SIGGRAPH 2024）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3DGS/NeRF角色动画为新兴方向，技术尚早期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国内厂商（网易、字节）在视频动捕+AI动画有布局，但神经网络auto-rigging基本空白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技术成熟度矩阵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技术方向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成熟度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判断依据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面部神经auto-rigging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80% 已落地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Disney NFR已商用，网易AIxFace AutoRig已发布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音频驱动面部动画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80% 已商用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Golaem Audio2Rig已SIGGRAPH 2024并商业化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ML Deformer(人群)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80% 已生产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Golaem ML Deformer已SIGGRAPH 2024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全身auto-rigging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25% 研究阶段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UniRig/RigAnything精度不足，推理慢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3DGS/NeRF角色动画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25% 研究阶段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实时渲染有优势但动画可控性待提升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二、业界洞察</a:t>
            </a:r>
            <a:br/>
            <a:r>
              <a:t>学术论文分析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2023-2026核心论文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论文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核心贡献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SkinTokens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学习到的紧凑离散表示，统一骨骼和蒙皮权重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RigAnything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SIGGRAPH TOG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无模板自回归绑定，支持多种资产类别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UniRig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统一自回归框架，骨-点交叉注意力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CageNet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处理'野生'网格的元框架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PGAHum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高保真人体重建，SMPL先验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SIGGRAPH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可动画可重光照网格化身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GANHead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CVPR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生成式头部头像，LBS权重+FLAME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技术路线分类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【路线1】自回归骨骼生成：UniRig、RigAnything、SkinTokens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- GPT风格Transformer，骨-点交叉注意力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- 自回归生成骨骼序列，端到端联合优化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【路线2】人体先验利用：PGAHum、GANHead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- SMPL/FLAME先验指导蒙皮权重预测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【路线3】扩散模型集成：RigAnything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- 扩散建模提升关节位置精度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【路线4】网格处理鲁棒性：CageNet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- 笼状几何处理wild meshes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关键技术趋势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统一自回归框架：从两阶段分离向单一统一序列建模发展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离散化表示学习：将连续蒙皮权重转化为离散token（SkinTokens）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大规模数据驱动：Rig-XL数据集（14,000+模型）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人体先验整合：SMPL等成熟模型提供几何和运动先验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强化学习Refinement：RL阶段提升对分布外资产的泛化能力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3DGS/NeRF集成：新兴实时渲染方向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三、业界洞察</a:t>
            </a:r>
            <a:br/>
            <a:r>
              <a:t>竞品分析与商业方案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国际大厂技术布局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厂商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技术方向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成熟度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学术影响力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迪士尼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面部物理/神经动画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最高(SIGGRAPH)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索尼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面部auto-rigging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★★★☆☆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高(SIGGRAPH)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NVIDIA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扩散模型动作提取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★★☆☆☆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字节跳动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AI视频生成/图像动画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高(CVPR Highlight)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EA/Ubisoft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无公开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国内大厂技术布局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厂商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技术方向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成熟度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产品化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网易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视频动捕+面部绑定(AIxFace AutoRig)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已商用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字节跳动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AI视频生成(ALIVE/X-Dyna)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已商业化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腾讯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未知（可能内部研发）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米哈游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无公开研究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阿里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无相关研究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商业解决方案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公司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成熟度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AIxFace AutoRig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网易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全自动面部绑定，Maya/Max插件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Audio2Rig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Golaem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音频驱动面部动画，SIGGRAPH 2024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ML Deformer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Golaem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神经网络人群变形，SIGGRAPH 2024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Mixamo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Adobe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自动面部+身体绑定，业界标杆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Advanced Skeleton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第三方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行业标准，传统方法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Live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★★★★☆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实时数据传输，动捕首选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游戏引擎Auto-Rigging现状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引擎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Auto-rigging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DL/ML支持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局限性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规则驱动(Animation Rigging)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❌ 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依赖预定义模板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半自动(Control Rig)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⚠️ 实验性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ML功能不成熟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参数化(HumanIK)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⚠️ AI辅助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非人形支持弱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Blender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半自动(Rigify)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⚠️ 有限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无端到端DL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Houdini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程序化(KineFX)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⚠️ Houdini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学习曲线极陡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四、技术方案</a:t>
            </a:r>
            <a:br/>
            <a:r>
              <a:t>架构设计与选型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系统架构设计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【输入层】Maya/Unreal/Unity插件 + Web API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【服务层】API Gateway + 面部绑定服务/全身绑定服务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【模型层】Model Zoo（面部模型/全身模型）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【数据层】Data Pipeline（ETL/数据标注/管理）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【计算层】GPU Cluster（训练+推理）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核心模块：MeshProcessor、SkeletonPredictor、SkinningPredictor、BoneEditor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数据流设计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输入3D模型 (OBJ/FBX/GLTF)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↓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网格预处理：输入验证、格式转换、重网格化、修复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↓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特征提取：顶点特征(位置、法线、曲率) + 全局特征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↓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骨骼预测：自回归Transformer → 骨骼序列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↓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骨骼后处理：骨骼修正、层级构建、骨骼属性预测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↓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蒙皮权重预测：骨-点交叉注意力 → 蒙皮权重矩阵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↓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输出生成：导出为各引擎格式、生成控制器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技术选型详情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【基础模型】自回归Transformer（基于UniRig/RigAnything验证）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- MeshNet++ Encoder + Transformer Decoder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- 模型规模：Small(10M)/Medium(50M)/Large(200M+)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【蒙皮权重】连续回归方案（UniRig验证精度高）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【人体先验】SMPL依赖 + FLAME面部扩展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【骨骼预测】自回归生成（通用）/ 人体先验（人形专用）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【部署方案】云端优先 + TensorRT优化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五、技术方案</a:t>
            </a:r>
            <a:br/>
            <a:r>
              <a:t>训练与部署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数据方案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【数据来源】RigNet、Objaverse、VRoid Hub、Rig-XL、Articulation-XL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【数据集规模】验证期300-700模型 → MVP期1500-3000 → 生产期7000+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【数据质量】连通性良好、完整骨骼标注、专家审核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【数据合规】Objaverse(CC-BY可用)、RigNet(需授权)、内部采集(完全可控)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【标注流程】格式转换 → 质量检查 → 自动预标注 → 众包标注 → 专家审核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训练方案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【训练策略】预训练(大规模数据集) → 微调(目标类别) → RL Refinement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【损失函数】骨骼位置损失 + 骨骼类型损失 + 蒙皮权重L2损失 + 几何平滑损失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【训练配置】Medium模型(50M参数)：8x A100 80GB，Batch 4-8，LR 5e-5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【训练周期】验证期4-6周(MVP期8-12周)，数据准备与训练并行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【推理性能】面部绑定&lt;2秒，人形全身&lt;5秒，通用全身&lt;15秒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部署方案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【云端部署】API Gateway + 推理集群(HPA自动扩缩) + GPU Cluster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【推理优化】TensorRT + INT8量化，2-3x加速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【插件集成】Maya插件(PySide)、Unreal插件(Control Rig)、Unity插件(C# SDK)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【API服务】REST API，支持批量处理，高可用保障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六、决策点汇总</a:t>
            </a:r>
            <a:br/>
            <a:r>
              <a:t>与风险评估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CTO决策确认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决策点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推荐方案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依据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技术路线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自回归Transformer + SMPL先验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UniRig验证可行，与洞察报告一致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应用场景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面部绑定优先MVP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成熟度80%，风险低，有参考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数据策略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商业+公开混合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平衡成本和数据质量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研发模式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核心自研+集成外购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差异化竞争力明确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部署方式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云端优先+端侧规划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灵活适配不同客户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成本预算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$783,000/年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与团队规模和硬件需求匹配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风险评估与应对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风险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概率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应对策略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论文方法无法复现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预留3-4周buffer，选择性复现核心模块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训练数据不足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商业+公开双轨并行，尽早启动数据收集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推理性能不达标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TensorRT优化+小模型优先，设定性能目标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人才获取困难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提前6个月招聘，与高校合作，内部培养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数据合规风险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法务审查数据源，使用授权数据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3DGS等新技术颠覆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6个月技术评审，保持技术灵活性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七、下一步行动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详细技术路线图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【第一阶段 1-3月】技术验证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目标：面部绑定可行性验证，GPU集群搭建，基线复现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交付：技术可行性报告、Maya插件MVP、精度对比报告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【第二阶段 3-6月】MVP开发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目标：面部神经auto-rigging生产级MVP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交付：生产级模型、三引擎插件、内部发布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【第三阶段 6-12月】全身扩展 &amp; 产品化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目标：全身auto-rigging、多类别支持、生产级产品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  交付：全身模型、多类别扩展、技术护城河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关键技术指标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优秀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骨骼位置误差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&lt;5mm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&lt;2mm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蒙皮权重L2误差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&lt;0.02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面部绑定推理时间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&lt;2秒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&lt;1秒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人形全身推理时间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&lt;5秒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&lt;3秒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API并发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 QPS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 QPS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GPU利用率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&gt;90%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下一步行动项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【立即】CTO批准技术方案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【2周内】组建核心团队（3-4人算法+工程）、GPU集群准备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【3周内】数据集启动收集、数据标注pipeline搭建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【4周内】开始UniRig/RigAnything基线复现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【1个月】第1次进度检查点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【3个月】阶段评审，确认是否进入全身绑定研发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成本估算汇总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成本类别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年度成本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人力（7人）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67.7%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硬件（A100 8卡等）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$172,760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22.1%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其他（数据/License等）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10.2%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$783,000/年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技术方案已通过CTO审核 | 文档版本：v2.0 | 2026年5月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