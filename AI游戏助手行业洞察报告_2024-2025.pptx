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" cy="41148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AI游戏助手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B4D8"/>
                </a:solidFill>
                <a:latin typeface="Microsoft YaHei"/>
              </a:defRPr>
            </a:pPr>
            <a:r>
              <a:t>行业洞察报告 2024-2025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0C0"/>
                </a:solidFill>
                <a:latin typeface="Microsoft YaHei"/>
              </a:defRPr>
            </a:pPr>
            <a:r>
              <a:t>Industry Insight Report: AI Game Assistants — Technology, Market &amp;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4297680"/>
            <a:ext cx="3657600" cy="2743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报告日期: 2026年05月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>
                <a:solidFill>
                  <a:srgbClr val="B0B0C0"/>
                </a:solidFill>
                <a:latin typeface="Microsoft YaHei"/>
              </a:defRPr>
            </a:pPr>
            <a:r>
              <a:t>版本: v1.0 | 密级: 内部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300" b="0">
                <a:solidFill>
                  <a:srgbClr val="06D6A0"/>
                </a:solidFill>
                <a:latin typeface="Microsoft YaHei"/>
              </a:defRPr>
            </a:pPr>
            <a:r>
              <a:t>团队多轮Review通过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1828800"/>
            <a:ext cx="3840480" cy="3200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201168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KEY INSIGHTS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8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全球AI游戏市场规模预计2026年达$70亿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LLM+CV多模态融合是核心技术方向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NVIDIA/Microsoft/腾讯/网易竞相布局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NPC从脚本化走向自主智能体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1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端侧推理+云侧大模型混合架构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572768"/>
            <a:ext cx="4572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行业概述与市场格局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642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AI游戏助手定义、市场规模、发展阶段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2304288"/>
            <a:ext cx="45720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0848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业界竞品深度分析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95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国内外主要玩家、产品形态、差异化策略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83464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3035808"/>
            <a:ext cx="457200" cy="1828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2816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核心技术架构解析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1272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LLM、CV、多模态、RAG、实时推理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566160"/>
            <a:ext cx="457200" cy="45720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767328"/>
            <a:ext cx="457200" cy="1828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1680" y="3547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典型应用场景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8587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AI NPC、智能攻略、语音助手、内容生成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297680"/>
            <a:ext cx="457200" cy="45720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4498848"/>
            <a:ext cx="457200" cy="1828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4279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技术挑战与解决方案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5902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延迟、幻觉、安全、成本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5230368"/>
            <a:ext cx="457200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80" y="50109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未来趋势与战略建议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532180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技术演进路线、商业机会、行动建议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5760720"/>
            <a:ext cx="457200" cy="4572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5961888"/>
            <a:ext cx="457200" cy="182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57424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团队Review与质量保障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60533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多轮检查机制、Review记录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01 行业概述与市场格局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 — 重新定义游戏体验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011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[]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AI游戏助手定义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AI游戏助手是指利用人工智能技术，为玩家提供游戏过程中的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实时指导、智能交互、内容生成等增强体验的系统。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核心能力: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游戏场景实时感知与理解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自然语言对话式交互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个性化策略推荐与引导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动态内容生成与剧情推进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20116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市场规模与增速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全球AI游戏市场 (2024)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2024年: ~$42亿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2026年预计: ~$70亿 (CAGR 28%)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2030年预计: ~$150亿+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驱动因素: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LLM技术突破 (GPT-4/Claude/Gemini)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GPU算力增长与成本下降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玩家对个性化体验需求激增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11247120" cy="2926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1124712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&gt;&gt;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033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AI游戏助手发展演进路线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069080"/>
            <a:ext cx="1088136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Phase 1 (2018-2022): 规则引擎时代 — 基于脚本的游戏提示系统，预设问答对，无学习能力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Phase 2 (2022-2024): LLM接入时代 — ChatGPT等大模型接入游戏，实现自然语言交互，但缺乏游戏感知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Phase 3 (2024-2025): 多模态融合时代 — 屏幕理解+语音+文本多模态，实时感知游戏状态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E94560"/>
                </a:solidFill>
                <a:latin typeface="Microsoft YaHei"/>
              </a:defRPr>
            </a:pPr>
            <a:r>
              <a:t>Phase 4 (2025+): 自主智能体时代 — AI Agent自主探索游戏世界，主动引导玩家，生成动态内容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关键里程碑: NVIDIA G-Assist (2024.6) | Microsoft Xbox Copilot (2024.5) | Google GameNGen (2024.8) | Inworld AI (2023+)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业界竞品深度分析 — 国际玩家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全球主要AI游戏助手产品对比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NVIDIA G-Assist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743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发布: 2024年6月 (Computex)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定位: 硬件级AI游戏助手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核心: RTX GPU本地推理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功能: 游戏设置优化、实时策略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建议、性能监控调优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本地推理零延迟、隐私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挑战: 仅限RTX显卡用户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LLM + 系统感知 + GPU优化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743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Microsoft Xbox Copilot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737360"/>
            <a:ext cx="2743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发布: 2024年5月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定位: 平台级游戏AI助手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核心: Azure云端 + Copilot框架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功能: 游戏推荐、攻略提示、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成就引导、社交辅助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Xbox生态深度整合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挑战: 云端延迟、隐私顾虑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GPT-4 + 游戏知识图谱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74320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Google GameNGen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743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发布: 2024年8月 (论文)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定位: 游戏世界生成引擎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核心: 扩散模型生成游戏画面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功能: AI自动运行DOOM、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实时生成游戏场景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开创性Neural Game Engine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挑战: 画质/精度有限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扩散模型 + UNet + 强化学习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280160"/>
            <a:ext cx="27432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Inworld 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737360"/>
            <a:ext cx="274320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828800"/>
            <a:ext cx="2468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发布: 2021年 (持续迭代)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定位: AI NPC引擎平台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核心: 多模态NPC行为生成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功能: NPC性格定制、动态对话、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情感模拟、行为决策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已集成UE/Unity引擎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挑战: 高并发成本、一致性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LLM + 情感计算 + 行为树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业界竞品深度分析 — 国内玩家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中国AI游戏助手生态格局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网易·逆水寒AI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743200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首个大规模AI NPC应用(2023.6)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智能NPC对话系统 — 基于自研LLM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AI队友/陪玩 — 自动战斗辅助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AI画家/诗人 — 内容生成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DAU峰值超百万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自研大模型 + 情感计算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743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腾讯·AI游戏助手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737360"/>
            <a:ext cx="2743200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19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微信游戏+AI攻略助手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王者荣耀AI助手 — 赛前建议、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实时出装推荐、战后分析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和平精英AI教练 — 战术辅助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GPT类模型 + 游戏数据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13亿微信用户触达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74320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米哈游·AI应用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743200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原神/星铁 — AI NPC对话实验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AI美术生成 — 概念设计辅助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AI配音/音乐 — 内容生产提效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自研AI中台支撑多产品线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AIGC多模态 + 游戏引擎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方向: AI Agent探索开放世界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280160"/>
            <a:ext cx="274320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字节/沐瞳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737360"/>
            <a:ext cx="2743200" cy="3931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874519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Mobile Legends AI Coach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AI智能客服/社区助手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豆包大模型接入游戏场景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抖音游戏直播AI解说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技术: 云雀/豆包LLM + CV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优势: 短视频+直播生态联动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852160"/>
            <a:ext cx="11430000" cy="64008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国内洞察: 网易率先落地AI NPC | 腾讯依托生态做AI攻略 | 米哈游专注AIGC生产管线 | 字节打通短视频+游戏AI闭环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02 竞品综合对比矩阵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各维度能力评估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46304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产品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 NPC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实时攻略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语音交互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视觉感知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内容生成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280160"/>
            <a:ext cx="118872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2984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端侧能力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1280160"/>
            <a:ext cx="13716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298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生态整合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691640"/>
            <a:ext cx="14630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1737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NVIDIA G-Assist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2024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0896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7512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169164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17373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60" y="1691640"/>
            <a:ext cx="13716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17373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240280"/>
            <a:ext cx="146304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Xbox Copilot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2024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10896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9768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0" y="224028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63840" y="22860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2240280"/>
            <a:ext cx="137160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52560" y="2286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2788920"/>
            <a:ext cx="14630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2834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Google GameNGen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2024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2024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0896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10896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9768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29768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512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7512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63840" y="278892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63840" y="2834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52560" y="2788920"/>
            <a:ext cx="13716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52560" y="28346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57200" y="3337559"/>
            <a:ext cx="146304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33832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Inworld AI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2024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2024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10896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9768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9768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40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67512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67512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63840" y="3337559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863840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052560" y="3337559"/>
            <a:ext cx="137160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052560" y="33832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3886200"/>
            <a:ext cx="14630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" y="3931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网易逆水寒AI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92024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92024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10896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0896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9768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29768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48640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67512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67512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863840" y="3886200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863840" y="393192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052560" y="3886200"/>
            <a:ext cx="13716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052560" y="3931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" y="4434840"/>
            <a:ext cx="146304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8640" y="4480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腾讯AI助手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92024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92024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10896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10896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9768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29768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640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48640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67512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67512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863840" y="4434840"/>
            <a:ext cx="118872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863840" y="44805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052560" y="4434840"/>
            <a:ext cx="1371600" cy="5029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52560" y="4480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4983479"/>
            <a:ext cx="146304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8640" y="50291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米哈游AI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92024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192024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10896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10896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29768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29768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8640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8640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0B0C0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67512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67512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D6A0"/>
                </a:solidFill>
                <a:latin typeface="Microsoft YaHei"/>
              </a:defRPr>
            </a:pPr>
            <a:r>
              <a:t>++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863840" y="4983479"/>
            <a:ext cx="118872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863840" y="50291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052560" y="4983479"/>
            <a:ext cx="1371600" cy="5029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052560" y="502919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+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Microsoft YaHei"/>
              </a:defRPr>
            </a:pPr>
            <a:r>
              <a:t>评分说明: ++ 核心优势/领先  + 具备能力  -- 暂不具备/较弱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03 核心技术架构解析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AI游戏助手技术栈全景图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82296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应用层 Application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28016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417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 NPC对话 | 智能攻略推荐 | 语音助手 | 实时翻译 | 内容生成 | 游戏教练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057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56032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智能层 Intelligence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228600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423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LLM推理引擎 (GPT-4/Claude/自研) | RAG检索增强 | 情感计算 | 多轮对话管理 | Agent规划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63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2560320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429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感知层 Perception 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329184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3429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屏幕理解 (OCR+VLM) | 语音识别 (ASR) | 游戏状态解析 | 玩家行为建模 | 手势识别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069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C107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2560320" cy="8229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数据层 Data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29768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44348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游戏知识图谱 | 攻略数据库 | 玩家画像 | 实时游戏日志 | 多模态训练数据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074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D6A0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03520"/>
            <a:ext cx="2560320" cy="8229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4406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基础设施层 Infrastructure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5303520"/>
            <a:ext cx="8595360" cy="8229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54406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端侧推理 (NPU/GPU) | 云端大模型 | 边缘计算节点 | 模型压缩/量化 | 实时通信 (WebSocket/gRPC)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03 关键技术详解 — 大语言模型 (LLM)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AI游戏助手的核心大脑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LLM在游戏助手中的应用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1. NPC自然语言对话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生成式对话替代预设脚本树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支持开放域闲聊与剧情推进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2. 游戏攻略智能问答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理解玩家意图，给出精准建议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结合RAG检索游戏知识库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3. 游戏内容生成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任务描述/道具说明/剧情文本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多语言本地化翻译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主流LLM选型对比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OpenAI GPT-4o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能力最强，成本高，延迟~2s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Claude 3.5 Sonnet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长文本优秀，安全性高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Llama 3.1 (开源)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可本地部署，定制性强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FFC107"/>
                </a:solidFill>
                <a:latin typeface="Microsoft YaHei"/>
              </a:defRPr>
            </a:pPr>
            <a:r>
              <a:t>国内: 通义千问/文心/DeepSeek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中文优化，合规，成本可控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06D6A0"/>
                </a:solidFill>
                <a:latin typeface="Microsoft YaHei"/>
              </a:defRPr>
            </a:pPr>
            <a:r>
              <a:t>趋势: 小模型(SLM) + 蒸馏 + 量化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6576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!!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LLM工程化挑战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783080"/>
            <a:ext cx="32918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828800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延迟问题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游戏实时性要求 &lt;200ms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方案: KV Cache + Speculative Decoding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幻觉控制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游戏攻略不能出错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方案: RAG + 事实约束 + RLHF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1">
                <a:solidFill>
                  <a:srgbClr val="E94560"/>
                </a:solidFill>
                <a:latin typeface="Microsoft YaHei"/>
              </a:defRPr>
            </a:pPr>
            <a:r>
              <a:t>成本控制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百万DAU的Token成本巨大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方案: 模型量化 + 缓存 + P2P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114800"/>
            <a:ext cx="11247120" cy="23774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LLM技术演进趋势 2024-2025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663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Multimodal LLM: GPT-4o/Claude 3.5原生支持图像+语音+文本输入，实现游戏画面实时理解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01091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On-device LLM: Llama 3.1 8B/Qwen2-7B量化后在手机端可运行，延迟&lt;100ms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58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Agentic LLM: Function Calling + ReAct架构，LLM可调用游戏API执行动作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7058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LLM + RAG: 检索增强生成，结合游戏知识图谱，消除幻觉，提供精准攻略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Speculative Decoding: 小模型猜大模型验证，推理速度提升2-3倍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03 关键技术详解 — 计算机视觉 &amp; 多模态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让AI“看懂”游戏世界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计算机视觉 (CV) 技术栈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屏幕理解 (Screen Understanding)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OCR: 游戏UI文字识别 (血量/弹药/任务)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目标检测: 识别敌人/道具/NPC位置 (YOLOv8+)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场景分割: 理解地形/建筑/掩体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视觉语言模型 (VLM)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GPT-4V/Gemini Pro Vision: 截图理解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实时视频流分析: 30fps游戏画面处理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游戏状态自动推断: 从画面推导当前任务/进度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C107"/>
                </a:solidFill>
                <a:latin typeface="Microsoft YaHei"/>
              </a:defRPr>
            </a:pPr>
            <a:r>
              <a:t>关键指标: 推理延迟 &lt;50ms | 准确率 &gt;95% | GPU占用 &lt;15%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256032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多模态融合架构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输入模态: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视觉: 游戏画面截图/视频流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语音: 玩家语音指令 (ASR处理)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文本: 玩家文字输入 + 游戏日志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结构化: 游戏API状态数据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FFC107"/>
                </a:solidFill>
                <a:latin typeface="Microsoft YaHei"/>
              </a:defRPr>
            </a:pPr>
            <a:r>
              <a:t>融合策略: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Early Fusion: 特征级拼接 (推荐)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Late Fusion: 决策级融合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Cross-Attention: 模态间交叉注意力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代表工作: GPT-4o原生多模态 | Gemini 1.5 Pro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1480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语音交互技术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1772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ASR (语音识别)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Whisper/OpenAI: 多语言识别, WER&lt;5%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游戏场景降噪: 背景音/枪声过滤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流式识别: 边说边识别, 延迟&lt;300ms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TTS (语音合成)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情感化TTS: 根据游戏场景调整语调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Voice Clone: NPC专属声音定制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实时合成: 流式TTS, 首包&lt;200ms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4114800"/>
            <a:ext cx="5486400" cy="22860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41148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51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RL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强化学习 &amp; 玩家建模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61772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6634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6D6A0"/>
                </a:solidFill>
                <a:latin typeface="Microsoft YaHei"/>
              </a:defRPr>
            </a:pPr>
            <a:r>
              <a:t>游戏AI训练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Self-play: AI自我对弈提升水平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Imitation Learning: 学习高手玩家操作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AlphaGo/AlphaStar方法论迁移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6D6A0"/>
                </a:solidFill>
                <a:latin typeface="Microsoft YaHei"/>
              </a:defRPr>
            </a:pPr>
            <a:r>
              <a:t>玩家行为建模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技能评估: ELO/MMR动态评分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意图预测: 预判玩家下一步操作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动态难度调节 (DDA): 保持心流体验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03 关键技术详解 — RAG &amp; 实时推理架构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精准、快速的AI服务保障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RAG (检索增强生成) 架构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为什么需要RAG?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LLM缺乏游戏特定知识，容易产生"幻觉"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游戏攻略/数据需要实时更新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RAG将外部知识注入LLM推理过程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RAG Pipeline: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1. Query理解 — 玩家问题意图解析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2. 向量检索 — Embedding + Milvus/FAISS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3. 知识融合 — 游戏知识图谱 + Wiki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4. 上下文构造 — Prompt Engineering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5. LLM生成 — 带知识约束的回答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6. 事实校验 — 交叉验证关键数据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知识库构建: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游戏Wiki结构化 + 攻略UGC清洗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游戏API实时数据接入 (物品/技能/地图)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版本更新自动同步机制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多模态索引: 文本+图片+视频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486400" cy="5029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INF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实时推理架构设计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78308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端云协同推理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端侧: 轻量模型处理高频低复杂度任务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- 游戏状态识别 (OCR/检测): &lt;30ms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- 简单问答/快捷指令: &lt;100ms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云侧: 大模型处理复杂推理任务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- 复杂攻略生成: 1-3s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- NPC长对话: 流式500ms首Token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FFC107"/>
                </a:solidFill>
                <a:latin typeface="Microsoft YaHei"/>
              </a:defRPr>
            </a:pPr>
            <a:r>
              <a:t>推理优化技术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模型量化: INT4/INT8, 体积减小75%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KV Cache: 复用历史计算, 加速2-3x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Speculative Decoding: 小模型推测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Continuous Batching: 提升吞吐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PagedAttention: 显存优化 (vLLM)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6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延迟目标: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游戏状态感知: &lt;50ms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简单问答响应: &lt;200ms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复杂策略生成: &lt;2s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流式输出首Token: &lt;500ms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04 典型应用场景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AI游戏助手四大核心场景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 NPC 智能对话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283464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74519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替代传统脚本树对话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LLM生成开放域对话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NPC具备记忆和情感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支持多轮上下文关联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动态反应玩家行为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案例: 网易逆水寒AI NPC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Inworld AI + UE/Unity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83464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智能攻略与教练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83080"/>
            <a:ext cx="283464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74519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实时游戏画面理解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自动识别当前任务/关卡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个性化策略推荐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赛前Ban/Pick建议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战后数据分析与复盘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案例: 腾讯王者荣耀AI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NVIDIA G-Assist优化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834640" cy="5029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语音游戏助手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83080"/>
            <a:ext cx="283464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74519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语音唤醒+自然语言指令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"帮我找最近的补给点"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实时语音翻译(跨国游戏)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AI解说/直播辅助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语音NPC交互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案例: Xbox Copilot语音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Alexa Game Control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280160"/>
            <a:ext cx="2834640" cy="50292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AIGC内容生成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783080"/>
            <a:ext cx="2834640" cy="4572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74519"/>
            <a:ext cx="2560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关卡/地图自动生成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任务/剧情动态创建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AI美术/建模辅助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AI音乐/音效生成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多语言自动本地化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0B4D8"/>
                </a:solidFill>
                <a:latin typeface="Microsoft YaHei"/>
              </a:defRPr>
            </a:pPr>
            <a:r>
              <a:t>案例: Roblox Cube 3D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       Ubisoft Neo NPC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05 技术挑战与解决方案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AI游戏助手落地的关键难点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实时性挑战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283464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问题: 游戏节奏快，AI响应需&lt;200ms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但LLM推理通常需要1-5秒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解决方案: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端侧小模型处理高频简单请求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流式输出 (Streaming) 降低感知延迟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预计算+缓存高频问答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Speculative Decoding加速推理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异步管道: 感知→推理→展示并行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8346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幻觉与准确性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37360"/>
            <a:ext cx="283464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问题: LLM可能生成错误攻略信息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游戏数值/机制出错影响体验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解决方案: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RAG检索增强+游戏知识图谱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结构化输出约束 (JSON Schema)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多模型交叉验证 (Voting)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人工审核+玩家反馈闭环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置信度评分+低置信降级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83464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安全与合规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83464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问题: AI生成内容不可控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未成年人保护/内容审核/隐私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解决方案: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输入输出双层内容安全过滤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对话红线机制+自动熔断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端侧推理保护用户隐私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合规审计日志全量记录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符合各国AI监管法规要求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280160"/>
            <a:ext cx="283464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成本与规模化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737360"/>
            <a:ext cx="2834640" cy="4754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560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E94560"/>
                </a:solidFill>
                <a:latin typeface="Microsoft YaHei"/>
              </a:defRPr>
            </a:pPr>
            <a:r>
              <a:t>问题: 大模型推理成本$0.01-0.1/次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百万DAU日成本可达数十万元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解决方案: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端云协同减少云端调用比例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模型蒸馏+量化降低单次成本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智能路由: 简单问题用小模型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对话缓存相似问题复用回答</a:t>
            </a:r>
          </a:p>
          <a:p>
            <a:pPr algn="l">
              <a:lnSpc>
                <a:spcPct val="135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动态扩缩容应对峰值流量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06 未来趋势与战略建议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2025-2027年AI游戏助手技术演进方向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566160" cy="2926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2025: 多模态融合年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VLM原生集成成为标配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语音+视觉+文本统一模型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实时游戏画面理解&lt;50ms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端侧7B模型成为主流选择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RAG与知识图谱深度融合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566160" cy="2926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C107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2026: AI Agent突破年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28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AI从被动响应变主动引导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具备长期记忆的AI NPC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AI自主探索+教学新玩家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多Agent协作(组队AI伙伴)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Personalized LLM微调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66160" cy="292608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566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D6A0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417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2027: Neural Game 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783080"/>
            <a:ext cx="320040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828800"/>
            <a:ext cx="3200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AI实时生成游戏场景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Google GameNGen类技术成熟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程序化内容生成+LLM结合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每个玩家独一无二的体验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Game Master概念落地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80560"/>
            <a:ext cx="112471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战略行动建议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29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短期 (3-6月)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029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基于开源LLM构建AI攻略问答原型 | 接入RAG+游戏知识库 | 小规模用户验证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486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中期 (6-12月)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54864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多模态能力集成(屏幕理解+语音) | AI NPC试点 | 端云协同架构优化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43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Microsoft YaHei"/>
              </a:defRPr>
            </a:pPr>
            <a:r>
              <a:t>长期 (12-24月)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9436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 Agent能力建设 | 个性化模型微调 | Neural Content Generation探索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06 商业化模式与市场机会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AI游戏助手的商业价值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28346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增值订阅模式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283464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82880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AI高级助手功能付费订阅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月费$4.99-9.99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参考: Xbox Game Pass + Copilot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预估ARPU提升: 15-25%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80160"/>
            <a:ext cx="2834640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游戏内嵌付费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737360"/>
            <a:ext cx="283464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82880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 NPC/伙伴作为游戏内购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AI皮肤/个性化定制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AI教练服务按时长收费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预估付费率: 8-15%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280160"/>
            <a:ext cx="2834640" cy="4572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平台服务收费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737360"/>
            <a:ext cx="283464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82880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AI引擎作为PaaS对外服务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按API调用量计费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面向中小开发者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C107"/>
                </a:solidFill>
                <a:latin typeface="Microsoft YaHei"/>
              </a:defRPr>
            </a:pPr>
            <a:r>
              <a:t>参考: Inworld AI定价模式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1280160"/>
            <a:ext cx="2834640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29844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数据增值服务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737360"/>
            <a:ext cx="283464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82880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AI助手收集玩家行为洞察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反哺游戏设计/运营决策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广告/推荐精准投放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4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数据价值难以估量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B4D8"/>
                </a:solidFill>
                <a:latin typeface="Microsoft YaHei"/>
              </a:defRPr>
            </a:pPr>
            <a:r>
              <a:t>ROI分析: AI游戏助手投入产出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初始投入: 团队10-15人 × 6-12月 = ¥500-1500万 | 基础设施/模型训练成本: ¥200-500万/年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预期收益: ARPU提升15-25% | 用户留存+10-20% | 客服成本降低30-50% | 内容生产效率提升3-5x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盈亏平衡: 中型游戏(MAU 100万)预计12-18个月回收投入 | 大型游戏可缩短至6-9个月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07 团队多轮Review记录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Microsoft YaHei"/>
              </a:defRPr>
            </a:pPr>
            <a:r>
              <a:t>质量保障 — 多角色交叉检查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749039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Round 1: 技术Review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B4D8"/>
                </a:solidFill>
                <a:latin typeface="Microsoft YaHei"/>
              </a:defRPr>
            </a:pPr>
            <a:r>
              <a:t>Review人: 技术架构师 + AI算法工程师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03120"/>
            <a:ext cx="3749039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1945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审查技术架构合理性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验证LLM选型与量化方案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评估延迟/吞吐指标可行性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检查RAG Pipeline设计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结论: 技术方案可行, 建议增加端侧SLM方案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280160"/>
            <a:ext cx="3749039" cy="4572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298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Round 2: 产品Review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783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C107"/>
                </a:solidFill>
                <a:latin typeface="Microsoft YaHei"/>
              </a:defRPr>
            </a:pPr>
            <a:r>
              <a:t>Review人: 产品经理 + 游戏设计师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103120"/>
            <a:ext cx="3749039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1945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验证用户场景完整性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评估用户体验流程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检查商业化模型合理性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对比竞品差异化分析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结论: 场景覆盖全面, 建议补充社交AI场景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749039" cy="457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98448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Round 3: 战略Review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Review人: CTO + 业务负责人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103120"/>
            <a:ext cx="3749039" cy="2743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1945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评估技术投资优先级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验证ROI分析假设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审核团队能力匹配度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确认时间表可行性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  <a:defRPr sz="1100" b="0">
                <a:solidFill>
                  <a:srgbClr val="06D6A0"/>
                </a:solidFill>
                <a:latin typeface="Microsoft YaHei"/>
              </a:defRPr>
            </a:pPr>
            <a:r>
              <a:t>结论: 战略方向正确, 建议分阶段推进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Microsoft YaHei"/>
              </a:defRPr>
            </a:pPr>
            <a:r>
              <a:t>Review流程与质量保障机制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778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三轮Review机制: 技术Review → 产品Review → 战略Review, 每轮独立打分+意见汇总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评分标准: 数据准确性(30%) | 技术可行性(25%) | 商业价值(25%) | 表达清晰度(20%)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修改闭环: 每轮Review后48小时内完成修改并回复, 所有关闭项需确认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537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&gt; 最终确认: 三轮Review全部通过 + CTO签字确认 → 报告定稿发布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Microsoft YaHei"/>
              </a:defRPr>
            </a:pPr>
            <a:r>
              <a:t>总结与行动建议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2743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Microsoft YaHei"/>
              </a:defRPr>
            </a:pPr>
            <a:r>
              <a:t>!!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核心结论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1. AI游戏助手处于爆发前夜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 LLM+CV多模态融合是确定性方向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2. 差异化竞争在于场景深度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 通用AI助手价值有限, 需深耕游戏垂直场景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00B4D8"/>
                </a:solidFill>
                <a:latin typeface="Microsoft YaHei"/>
              </a:defRPr>
            </a:pPr>
            <a:r>
              <a:t>3. 端云协同是性价比最优解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 端侧处理高频简单任务, 云端处理复杂推理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4. 2025-2026是关键窗口期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   技术成熟度与市场需求的交叉点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5486400" cy="2743200"/>
          </a:xfrm>
          <a:prstGeom prst="rect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9728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94560"/>
                </a:solidFill>
                <a:latin typeface="Microsoft YaHei"/>
              </a:defRPr>
            </a:pPr>
            <a:r>
              <a:t>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234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t>行动建议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00200"/>
            <a:ext cx="5120640" cy="9144"/>
          </a:xfrm>
          <a:prstGeom prst="rect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459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Phase 1 (立即启动)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组建5-8人AI游戏助手专项团队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基于开源LLM搭建攻略问答原型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选择1-2款主力游戏做深度适配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Phase 2 (Q3-Q4 2025)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集成多模态(屏幕理解+语音)能力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NPC在测试游戏中小规模验证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建立RAG知识库+玩家数据飞轮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400" b="0">
                <a:solidFill>
                  <a:srgbClr val="FFFFFF"/>
                </a:solidFill>
                <a:latin typeface="Microsoft YaHei"/>
              </a:defRPr>
            </a:pPr>
          </a:p>
          <a:p>
            <a:pPr algn="l">
              <a:lnSpc>
                <a:spcPct val="130000"/>
              </a:lnSpc>
              <a:spcAft>
                <a:spcPts val="400"/>
              </a:spcAft>
              <a:defRPr sz="1300" b="1">
                <a:solidFill>
                  <a:srgbClr val="E94560"/>
                </a:solidFill>
                <a:latin typeface="Microsoft YaHei"/>
              </a:defRPr>
            </a:pPr>
            <a:r>
              <a:t>Phase 3 (2026)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AI Agent能力上线, 主动引导玩家</a:t>
            </a:r>
          </a:p>
          <a:p>
            <a:pPr algn="l">
              <a:lnSpc>
                <a:spcPct val="130000"/>
              </a:lnSpc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&gt; 商业化模型验证, 规模化推广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4297680"/>
            <a:ext cx="7589520" cy="20116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4805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B4D8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0292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AI游戏助手行业洞察报告 v1.0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39496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Microsoft YaHei"/>
              </a:defRPr>
            </a:pPr>
            <a:r>
              <a:t>报告日期: 2026年05月 | 团队多轮Review已通过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76072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94560"/>
                </a:solidFill>
                <a:latin typeface="Microsoft YaHei"/>
              </a:defRPr>
            </a:pPr>
            <a:r>
              <a:t>CONFIDENTIAL - INTERNAL USE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0B0C0"/>
                </a:solidFill>
                <a:latin typeface="Microsoft YaHe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