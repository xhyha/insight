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</a:rPr>
              <a:t>每周游戏技术洞察 · 第 25 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9728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161B2E"/>
                </a:solidFill>
                <a:latin typeface="Microsoft YaHei"/>
              </a:rPr>
              <a:t>游戏技术周报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161B2E"/>
                </a:solidFill>
                <a:latin typeface="Microsoft YaHei"/>
              </a:rPr>
              <a:t>W25 · 2026.06.09 – 06.18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>
                <a:solidFill>
                  <a:srgbClr val="6B7280"/>
                </a:solidFill>
                <a:latin typeface="Microsoft YaHei"/>
              </a:rPr>
              <a:t>UE6 统一引擎、UE5 极致密度开放世界、EA 游戏内广告、Xbox 重置与内存危机 —— 一周技术要闻与趋势研判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160520"/>
            <a:ext cx="2171700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178807"/>
            <a:ext cx="2171700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UE6 合并 UE5/UEFN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4972" y="4160520"/>
            <a:ext cx="1924812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4972" y="4178807"/>
            <a:ext cx="192481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Verse 语言 +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94376" y="4160520"/>
            <a:ext cx="2418588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94376" y="4178807"/>
            <a:ext cx="2418588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No Law · UE5 极致密度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77556" y="4160520"/>
            <a:ext cx="204825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7556" y="4178807"/>
            <a:ext cx="20482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EA Advertising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27448"/>
            <a:ext cx="2542032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45736"/>
            <a:ext cx="254203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Xbox Project Helix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75304" y="4727448"/>
            <a:ext cx="81381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4745736"/>
            <a:ext cx="81381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内存危机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3712" y="4727448"/>
            <a:ext cx="2542032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4745736"/>
            <a:ext cx="254203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Alien: Isolation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4727448"/>
            <a:ext cx="266547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4745736"/>
            <a:ext cx="266547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Crimson Desert 600万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893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出品：xhyha/insight  ·  数据源：Game Developer · 80 Level · TechRadar · Pearl Abyss（已逐条核验）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CONTENTS · 本周导航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本期六大要闻与四大趋势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61320" cy="950976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91440" cy="950976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11887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7C3AED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591056"/>
            <a:ext cx="80467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61B2E"/>
                </a:solidFill>
                <a:latin typeface="Microsoft YaHei"/>
              </a:rPr>
              <a:t>引擎革新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993392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UE6 统一引擎 · No Law 极致密度 · Alien2 转向 UE5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05456"/>
            <a:ext cx="10561320" cy="950976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505456"/>
            <a:ext cx="91440" cy="950976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596896"/>
            <a:ext cx="11887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2820A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33472"/>
            <a:ext cx="80467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61B2E"/>
                </a:solidFill>
                <a:latin typeface="Microsoft YaHei"/>
              </a:rPr>
              <a:t>商业与变现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035808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EA Advertising 植入 gameplay · Crimson Desert 600万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547872"/>
            <a:ext cx="10561320" cy="950976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547872"/>
            <a:ext cx="91440" cy="950976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39312"/>
            <a:ext cx="11887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A580C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75887"/>
            <a:ext cx="80467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61B2E"/>
                </a:solidFill>
                <a:latin typeface="Microsoft YaHei"/>
              </a:rPr>
              <a:t>硬件与格局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78224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Xbox 业务重置 · Project Helix 与内存危机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90288"/>
            <a:ext cx="10561320" cy="950976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590288"/>
            <a:ext cx="91440" cy="950976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681727"/>
            <a:ext cx="11887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D9488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718303"/>
            <a:ext cx="80467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61B2E"/>
                </a:solidFill>
                <a:latin typeface="Microsoft YaHei"/>
              </a:rPr>
              <a:t>趋势与启示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120640"/>
            <a:ext cx="8229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五大趋势综合 · 对中国游戏生态启示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669279"/>
            <a:ext cx="10561320" cy="64008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714999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📌 核验说明：</a:t>
            </a:r>
            <a:r>
              <a:rPr sz="980" b="0">
                <a:solidFill>
                  <a:srgbClr val="6B7280"/>
                </a:solidFill>
                <a:latin typeface="Microsoft YaHei"/>
              </a:rPr>
              <a:t>本期全部事实经逐条核对原始报道。重要更正：Project Helix 是 Xbox 次世代游戏主机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6B7280"/>
                </a:solidFill>
                <a:latin typeface="Microsoft YaHei"/>
              </a:rPr>
              <a:t>（非生成式AI项目），“内存危机”指 AI 数据中心需求导致的 RAM 芯片全球短缺。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2/20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7C3AED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ENGINE REVOLUTION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引擎革新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UE6 统一引擎路线图 · UE5 驱动极致密度开放世界 · 3A 转向 UE5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3/20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01 · 引擎革新  |  UNREAL ENGINE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UE6：合并 UE5 与 UEFN 为单一统一引擎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▎核心公告（Unreal Fest · 2026.06.17）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EVP Marcus Wassimer 发表《The Road to UE 6》博文，宣布 UE6 将把 Unreal Engine 5 与 UEFN（Fortnite 编辑器）合并为“单一、统一的引擎”。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编程范式重大转变：从 C++ 转向 Verse 编程语言，目标是“大幅降低开发门槛”。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28416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集成 Claude / Gemini 等主流大模型的 AI 工具，定位为“创造力与生产力倍增器”。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95344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推动内容、代码、经济体在游戏/引擎间可移植、可互操作（glTF 与 USD 成一等格式）。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62272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首个概念验证：Fortnite 皮肤既能在第三方游戏、也能在 Fortnite 内使用。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时间线：UE6 抢先体验版计划于 2027 年底推出。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▎关键引用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194560"/>
            <a:ext cx="310896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74151"/>
                </a:solidFill>
                <a:latin typeface="Microsoft YaHei"/>
              </a:rPr>
              <a:t>“UE4 让引擎走向全民；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74151"/>
                </a:solidFill>
                <a:latin typeface="Microsoft YaHei"/>
              </a:rPr>
              <a:t>UE5 重新定义了构建世界的方式；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74151"/>
                </a:solidFill>
                <a:latin typeface="Microsoft YaHei"/>
              </a:rPr>
              <a:t>UE6 则关乎如何交付与运营它们。”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—— Marcus Wassimer, EVP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434340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▎注意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1" y="4754880"/>
            <a:ext cx="31089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Tim Sweeney 未被直接引述；发言人为 Wassimer。Blueprints / Actors 系统将在 UE6 成熟后被弃用，Epic 承诺提供迁移工具。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4/20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01 · 引擎革新  |  UE6 架构深读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统一引擎背后的四大技术支柱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615184" cy="2377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2615184" cy="914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295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7C3AED"/>
                </a:solidFill>
                <a:latin typeface="Microsoft YaHei"/>
              </a:rPr>
              <a:t>Verse 编程语言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295144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取代 C++ 成为主力语言，降低门槛、提升可访问性；蓝图与 Actors 最终退役。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1024" y="1600200"/>
            <a:ext cx="2615184" cy="2377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21024" y="1600200"/>
            <a:ext cx="2615184" cy="914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1828800"/>
            <a:ext cx="2295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D9488"/>
                </a:solidFill>
                <a:latin typeface="Microsoft YaHei"/>
              </a:rPr>
              <a:t>AI 原生集成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2377440"/>
            <a:ext cx="2295144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内置 Claude / Gemini 等 LLM 接入，作为开发期生产力与创造力工具。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600200"/>
            <a:ext cx="2615184" cy="2377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19088" y="1600200"/>
            <a:ext cx="2615184" cy="9144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828800"/>
            <a:ext cx="2295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2563EB"/>
                </a:solidFill>
                <a:latin typeface="Microsoft YaHei"/>
              </a:rPr>
              <a:t>开放互操作标准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377440"/>
            <a:ext cx="2295144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glTF + USD 为一等格式；内容/代码/经济体跨游戏可移植。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7152" y="1600200"/>
            <a:ext cx="2615184" cy="237744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17152" y="1600200"/>
            <a:ext cx="2615184" cy="9144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828800"/>
            <a:ext cx="2295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C2820A"/>
                </a:solidFill>
                <a:latin typeface="Microsoft YaHei"/>
              </a:rPr>
              <a:t>UEFN 完整融入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377440"/>
            <a:ext cx="2295144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Fortnite 的创作工具链下沉为引擎基础能力，创作者经济平台化。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206240"/>
            <a:ext cx="10561320" cy="18288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1596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▎影响研判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81728"/>
            <a:ext cx="10058400" cy="1234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UE6 的“统一+开放”路线与 Apple Metal 生态、华为 HarmonyOS 游戏化形成三方对照：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① 引擎层进一步收敛，自研引擎（如 Creative Assembly Cathode、网易 Messiah）将面临更激进的 UE 化迁移压力；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② 创作者经济与 UGC 平台化（UEFN 能力下沉）或重塑分发格局，对标 Roblox / 创作者工坊模式；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③ Verse + AI 降低门槛，独立/中小团队与跨端内容生产受益最大。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5/20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01 · 引擎革新  |  NO LAW · NEON GIANT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No Law：UE5 驱动“史上最密”开放世界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▎State of Unreal 2026 · Tor Frick（创意总监/联合创始人）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Neon Giant（《The Ascent》团队）新作，定位为高密度赛博朋克开放世界 FPS，设定于无监管之城 Port Desire。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98064"/>
            <a:ext cx="630936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核心理念：“不求最大，但求最密”——聚焦密度而非规模，以“人类杂物”（逼仄巷道、叠层涂鸦、老旧基建）塑造城市。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01568"/>
            <a:ext cx="630936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标志性数据：No Law 单帧可见物体数超过《The Ascent》整款游戏。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05072"/>
            <a:ext cx="630936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动态昼夜与天气系统驱动数百个独立光源，灯光即玩法——可射灭路灯、用闪光灯，AI 对光暗做出反应。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608576"/>
            <a:ext cx="630936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MetaHuman + 自研随机化系统生成数千名独特市民。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▎密度优先范式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194560"/>
            <a:ext cx="310896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</a:rPr>
              <a:t>传统开放世界：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面积优先 → 重复资产填充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No Law：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单位空间信息密度优先 → Nanite 让高细节资产无性能惩罚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</a:rPr>
              <a:t>意义：为“小而密”的开放世界树立技术标杆，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区别于大世界工业化管线（如 Ubisoft 公式）。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6/20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01 · 引擎革新  |  UE5 技术栈拆解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No Law 背后的 UE5 技术矩阵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82495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Nanite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75688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虚拟化几何体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377440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让海量高细节资产无保真/性能取舍，密度方案的技术前提。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1572768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3984" y="1572768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82495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820A"/>
                </a:solidFill>
                <a:latin typeface="Microsoft YaHei"/>
              </a:rPr>
              <a:t>Lumen + MegaLights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075688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动态全局光照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77440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驱动全动态昼夜/天气，数百独立光源实时运算。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572768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65008" y="1572768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6" y="1682495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Mass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075688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ECS 大规模实体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377440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支撑城市海量 NPC 的数据驱动模拟。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72384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072384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182112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</a:rPr>
              <a:t>MetaHuman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575304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高保真角色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877056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配合自研随机化生成数千独特市民。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3984" y="3072384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43984" y="3072384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3182112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A580C"/>
                </a:solidFill>
                <a:latin typeface="Microsoft YaHei"/>
              </a:rPr>
              <a:t>Chaos Physics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3575304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物理引擎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3877056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环境可破坏性与道具反应。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072384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5008" y="3072384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3182112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</a:rPr>
              <a:t>Niagara Data Channels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3575304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粒子数据通道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3877056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复杂特效与场景交互的数据驱动管线。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4572000"/>
            <a:ext cx="3456432" cy="1353312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4572000"/>
            <a:ext cx="82296" cy="135331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4681728"/>
            <a:ext cx="3136391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DC2626"/>
                </a:solidFill>
                <a:latin typeface="Microsoft YaHei"/>
              </a:rPr>
              <a:t>PCG 程序化生成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" y="5074920"/>
            <a:ext cx="3136391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内容生成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5376672"/>
            <a:ext cx="3136391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城市层叠结构与“人类杂物”的程序化铺设。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715000"/>
            <a:ext cx="10561320" cy="566928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" y="5769864"/>
            <a:ext cx="10241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💡 启示：</a:t>
            </a:r>
            <a:r>
              <a:rPr sz="1000" b="0">
                <a:solidFill>
                  <a:srgbClr val="6B7280"/>
                </a:solidFill>
                <a:latin typeface="Microsoft YaHei"/>
              </a:rPr>
              <a:t>“密度优先”是 UE5 能力栈的天然产物——硬件解绑后，美术可追求每平米信息量，而非地图平方公里数。中国开放世界项目可借鉴此范式。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7/20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01 · 引擎革新  |  ALIEN: ISOLATION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Alien: Isolation 2 转向 UE5 + 自研光影/音频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▎Summer Game Fest 2026 · Creative Assembly × SEGA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Creative Assembly 与 SEGA 正式公布《Alien: Isolation 2》（2014 原作续作），首发预告为预 Alpha 引擎实机。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24912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引擎迁移：弃用自研 Cathode 引擎，转用 Unreal Engine 5。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55264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但团队同步开发自研光影与音频技术，创意总监 Al Hope 称之为原作技术的“进化”。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85615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技术升级带来更高资产质量与实时反馈/迭代能力，并支持更多样的空间设计（含户外场景）。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15968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异形仍为“系统性”生物，目标沉浸感——“玩家始终沉浸其中，不被打断”。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原班音频团队回归（原作当年几乎包揽全部音频大奖）。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76672"/>
            <a:ext cx="6309360" cy="47731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平台：PS5 / Xbox Series X|S / Nintendo Switch 2 / PC。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59669"/>
                </a:solidFill>
                <a:latin typeface="Microsoft YaHei"/>
              </a:rPr>
              <a:t>▎趋势信号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194560"/>
            <a:ext cx="310896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又一 3A 系列弃自研、转 UE5。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</a:rPr>
              <a:t>近期 UE5 化案例：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• Crimson Desert（Pearl Abyss）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• Alien: Isolation 2（CA）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• 行业自研引擎维护成本高企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</a:rPr>
              <a:t>但 CA 选择“UE5 + 自研光声模块”的混合路线——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说明引擎标准化与品类差异化技术可并存。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8/20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C2820A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820A"/>
                </a:solidFill>
                <a:latin typeface="Microsoft YaHei"/>
              </a:rPr>
              <a:t>BUSINESS &amp; MONETIZATION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商业与变现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EA 游戏内广告平台 · Crimson Desert 600 万销量里程碑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9/20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02 · 商业与变现  |  EA ADVERTISING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EA Advertising：广告“直接植入 gameplay”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▎官方公告 · 2026.06.15 · 平台名 EA Advertising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新平台 ea.com/ea-advertising，主张“连接品牌与高粘性玩家”。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广告“直接植入 gameplay”：品牌成为游戏本身的一部分，反映真实世界的广告接触方式。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形式涵盖：实时游戏内投放 与 定制游戏内内容，可基于聚合参与洞察优化投放。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首发合作品牌：Visa、Red Bull、Xfinity、Lowe's、Peacock、Mountain Dew。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89120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主打 EA Sports 阵容（Madden / FC / NHL）的场馆标识 + 定制内容；官网同时展示 skate. 与 The Sims 4。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59"/>
            <a:ext cx="630936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背景：EA 同期报最强净预订季度（同比 +9%），且正被沙特 PIF 主导的 550 亿美元私有化。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5448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▎争议焦点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194560"/>
            <a:ext cx="310896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广告“侵入 gameplay”可能冲击体验与口碑；单机（如 Mass Effect）与 Apex/Battlefield 是否引入尚未明确。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88620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402336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▎对行业启示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4526280"/>
            <a:ext cx="310896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游戏成为“可编程广告位”——对标移动广告变现，但合规、隐私与体验平衡是关键命题。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10/20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02 · 商业与变现  |  CRIMSON DESERT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Crimson Desert：三个月 600 万销量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2468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C7000B"/>
                </a:solidFill>
                <a:latin typeface="Microsoft YaHei"/>
              </a:rPr>
              <a:t>600万+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67712"/>
            <a:ext cx="2359152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全球累计销量（3 个月内，截至 6/10）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4592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64792"/>
            <a:ext cx="2468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C2820A"/>
                </a:solidFill>
                <a:latin typeface="Microsoft YaHei"/>
              </a:rPr>
              <a:t>200万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267712"/>
            <a:ext cx="2359152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发售首日即达成（3/19）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468880" cy="1554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764792"/>
            <a:ext cx="2468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059669"/>
                </a:solidFill>
                <a:latin typeface="Microsoft YaHei"/>
              </a:rPr>
              <a:t>~6万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1344" y="2267712"/>
            <a:ext cx="2359152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Steam 评价总数（已转“好评如潮”）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645920"/>
            <a:ext cx="2788920" cy="155448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764792"/>
            <a:ext cx="27889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2563EB"/>
                </a:solidFill>
                <a:latin typeface="Microsoft YaHei"/>
              </a:rPr>
              <a:t>2026.03.19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2267712"/>
            <a:ext cx="2679191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B7280"/>
                </a:solidFill>
                <a:latin typeface="Microsoft YaHei"/>
              </a:rPr>
              <a:t>Pearl Abyss 发售日 · Black Desert 团队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429000"/>
            <a:ext cx="10561320" cy="2606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547872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▎关键事实与背景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41648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Pearl Abyss 官方 Facebook（6/10）确认：全球售出超 600 万份（发售三个月内）。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98848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发售轨迹：首日即破 200 万，随后口碑回升带动持续销量，Steam 从发售初的“褒贬不一”转为“好评如潮”。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56048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争议：发售后数日，Pearl Abyss 因“未披露开发中使用生成式 AI”公开致歉——AI 透明度成为发行新合规议题。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13248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意义：继《黑神话》《剑星》后，又一亚洲 3A 单机在全球市场证明商业潜力，验证非欧美 IP 的全球号召力。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11/20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EA580C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A580C"/>
                </a:solidFill>
                <a:latin typeface="Microsoft YaHei"/>
              </a:rPr>
              <a:t>HARDWARE &amp;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硬件与行业格局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Xbox 业务重置 · Project Helix 次世代主机与全球内存危机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12/20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03 · 硬件与格局  |  XBOX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Xbox 业务“重置”：200 亿投入 vs 营收下滑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A580C"/>
                </a:solidFill>
                <a:latin typeface="Microsoft YaHei"/>
              </a:rPr>
              <a:t>▎CEO Asha Sharma + CCO Matt Booty 联名备忘（2026.06.10）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Sharma（2 月上任）宣布业务“重置”，未来 100 天将有重大变化；Bloomberg 报告 FY 结束（6/30）后即大规模削减。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The Verge：可能包含工作室关闭或 Xbox Game Studios 阵容调整。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28416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财务对比：5 年内内容/平台/硬件投入超 200 亿美元（不含 ABK 收购），年营收却下降约 5 亿美元——“不可持续”。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95344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ABK 收购（2023 约 700 亿美元）后已四轮裁员，关闭 Arkane Austin、Alpha Dog、The Initiative 等工作室。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62272"/>
            <a:ext cx="6309360" cy="510235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EA580C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Sharma 近期表态：尚不清楚 ABK 交易是否“物有所值”。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A580C"/>
                </a:solidFill>
                <a:latin typeface="Microsoft YaHei"/>
              </a:rPr>
              <a:t>▎关键引用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194560"/>
            <a:ext cx="310896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74151"/>
                </a:solidFill>
                <a:latin typeface="Microsoft YaHei"/>
              </a:rPr>
              <a:t>“既要有乐观，也要有现实，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74151"/>
                </a:solidFill>
                <a:latin typeface="Microsoft YaHei"/>
              </a:rPr>
              <a:t>我们正致力于重置业务。”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—— Asha Sharma, Xbox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393192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4389120"/>
            <a:ext cx="310896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主机平台“过度扩张”后的结构性收缩；内容战略、独占策略与第一方阵容面临全面再评估。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13/20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03 · 硬件与格局  |  PROJECT HELIX × 内存危机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重要更正：Helix 是次世代主机，内存危机源自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7665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400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▎CSO Matthew Ball · The Game Business Live（via GameSpot, 2026.06.09）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6309360" cy="44439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【更正】Project Helix 是 Xbox 承诺交付的次世代游戏主机，并非生成式 AI 项目。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88336"/>
            <a:ext cx="6309360" cy="44439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“内存危机”= RAM 芯片全球短缺，由大型科技公司大规模 AI 数据中心投资引发（Reuters 引述）。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82112"/>
            <a:ext cx="6309360" cy="44439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Ball：需应对的窗口“正在变长，并将限制整个品类”。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75887"/>
            <a:ext cx="6309360" cy="44439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主机存储组件价格：Sharma 2 月上任时已 &gt;2 倍于去年秋季，随后再翻倍；预计 2027 假日季将达两年前的 5 倍以上。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69663"/>
            <a:ext cx="6309360" cy="44439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Xbox 主机需求超供应，“能多快造多快”，但产能严重受限。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6309360" cy="44439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Ball 预计危机对行业的急性影响将持续 2–2.5 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157216"/>
            <a:ext cx="6309360" cy="44439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C2626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波及全行业：PlayStation 硬件下滑+涨价；Nintendo、Valve、Nex Playground 均因内存短缺上调硬件价格。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554480"/>
            <a:ext cx="352044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1691640"/>
            <a:ext cx="31089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▎AI 与硬件的连锁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194560"/>
            <a:ext cx="3108960" cy="3566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374151"/>
                </a:solidFill>
                <a:latin typeface="Microsoft YaHei"/>
              </a:rPr>
              <a:t>AI 算力需求 → 内存/存储产能挤兑 → 游戏硬件成本飙升 → 主机普及受阻。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</a:rPr>
              <a:t>这是本周最具结构性影响的议题：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6B7280"/>
                </a:solidFill>
                <a:latin typeface="Microsoft YaHei"/>
              </a:rPr>
              <a:t>游戏业的硬件增长正被 AI 产业“抽租”。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7280"/>
                </a:solidFill>
                <a:latin typeface="Microsoft YaHei"/>
              </a:rPr>
              <a:t>对 Helix / PS6 / Switch 迭代的影响：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• 定价被迫上移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• 上市时间可能延后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• BOM 结构被迫调整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• 云游戏/串流或成对冲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14/20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D9488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TRENDS &amp;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趋势与启示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五大趋势综合 · 对中国游戏生态的启示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15/20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04 · 趋势与启示  |  W25 五大趋势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本周映射的五大结构性趋势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82296" cy="84124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Microsoft YaHei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引擎收敛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73352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UE6 统一 UE5/UEFN + Verse，3A 纷纷弃自研转 UE5（Crimson/Alien2）。自研引擎维护成本与人才稀缺是推力。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87168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87168"/>
            <a:ext cx="82296" cy="8412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AI 深入研发链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06039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UE6 原生接入 Claude/Gemini；Crimson Desert 因未披露 AI 使用致歉——AI 工具化与透明合规并行到来。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19856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419856"/>
            <a:ext cx="82296" cy="84124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11296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2820A"/>
                </a:solidFill>
                <a:latin typeface="Microsoft YaHei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广告变现进 gameplay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38727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EA 把广告做成游戏内容；游戏成为“可编程广告位”，体验与合规的平衡是新战场。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52544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352544"/>
            <a:ext cx="82296" cy="84124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43983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C2626"/>
                </a:solidFill>
                <a:latin typeface="Microsoft YaHei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硬件成本被 AI 抽租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471416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RAM/存储因 AI 数据中心需求暴涨，主机普及受抑，云游戏/串流获对冲窗口。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85231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285231"/>
            <a:ext cx="82296" cy="841248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76671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亚洲 3A 全球突围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404103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Crimson Desert 3 月 600 万；继黑神话/剑星后，非欧美 IP 的全球商业力持续验证。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16/20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04 · 趋势与启示  |  对中国生态启示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本周要闻对中国游戏/华为生态的六点启示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682495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引擎自主可控仍关键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103120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UE6 统一+开放标准降低迁移成本，但也加剧依赖；自研引擎（如网易 Messiah）与 HarmonyOS 原生图形栈的战略价值上升。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682495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</a:rPr>
              <a:t>密度优先的开放世界范式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103120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No Law 证明“小而密”可行；国内大世界可从“面积军备竞赛”转向单位信息密度与玩法深度。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36391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136391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26440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AI 工具化需配套合规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685031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UE6 内置 LLM + Crimson 致歉事件提示：AI 辅助开发需建立披露/审计/版权机制。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36391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136391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3264408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820A"/>
                </a:solidFill>
                <a:latin typeface="Microsoft YaHei"/>
              </a:rPr>
              <a:t>广告变现的体验红线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685031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EA 植入式广告可作为华为游戏中心/小游戏变现的新思路，但需“增强而非打断”的体验约束。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18304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718304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846320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A580C"/>
                </a:solidFill>
                <a:latin typeface="Microsoft YaHei"/>
              </a:rPr>
              <a:t>硬件成本对冲布局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5266944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内存危机利好云游戏与端侧 NPU 路线（RedMagic/华为端侧 AI）；软硬协同降 BOM 是机会。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718304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4718304"/>
            <a:ext cx="82296" cy="141732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4846320"/>
            <a:ext cx="4846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</a:rPr>
              <a:t>亚洲 3A 出海窗口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5266944"/>
            <a:ext cx="48463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Crimson 600 万验证全球付费意愿；华为游戏中心可借首发/联运放大非欧美 IP 的区域到全球辐射。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17/20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LOOKING AHEAD · 下周看点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W26 关注清单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61320" cy="71323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82296" cy="713232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3108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UE6 后续披露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91640"/>
            <a:ext cx="68580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Unreal Fest 后续技术 Session 与 Verse 文档是否释出。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95728"/>
            <a:ext cx="10561320" cy="71323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395728"/>
            <a:ext cx="82296" cy="713232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87168"/>
            <a:ext cx="3108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EA Advertising 实装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87168"/>
            <a:ext cx="68580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首批广告在 EA Sports 标题中的实际呈现与玩家反馈。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91256"/>
            <a:ext cx="10561320" cy="71323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191256"/>
            <a:ext cx="82296" cy="71323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82696"/>
            <a:ext cx="3108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A580C"/>
                </a:solidFill>
                <a:latin typeface="Microsoft YaHei"/>
              </a:rPr>
              <a:t>Xbox FY 收官动作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282696"/>
            <a:ext cx="68580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6/30 财年结束后预期的大规模削减与工作室去留。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86784"/>
            <a:ext cx="10561320" cy="71323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986784"/>
            <a:ext cx="82296" cy="713232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078224"/>
            <a:ext cx="3108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DC2626"/>
                </a:solidFill>
                <a:latin typeface="Microsoft YaHei"/>
              </a:rPr>
              <a:t>内存危机传导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078224"/>
            <a:ext cx="68580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PS/Switch/Valve 涨价潮是否进一步波及移动端与云游戏定价。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82312"/>
            <a:ext cx="10561320" cy="71323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782312"/>
            <a:ext cx="82296" cy="71323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873752"/>
            <a:ext cx="3108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夏季展会余波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873752"/>
            <a:ext cx="68580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SGF / State of Unreal 公布项目的技术栈与发售窗口落地。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577840"/>
            <a:ext cx="10561320" cy="713232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5577840"/>
            <a:ext cx="82296" cy="71323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669280"/>
            <a:ext cx="310896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AI 透明合规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5669280"/>
            <a:ext cx="6858000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更多厂商是否跟进披露生成式 AI 使用（Crimson 事件示范效应）。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18/20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SOURCES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数据来源与逐条核验说明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42062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▎原始来源（均已访问核对）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82880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UE6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48840"/>
            <a:ext cx="420624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Game Developer — Bryant Francis, 2026.06.17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AA5BC"/>
                </a:solidFill>
                <a:latin typeface="Microsoft YaHei"/>
              </a:rPr>
              <a:t>programming/unreal-engine-6-will-merge-ue5-and-uefn...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182880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No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420624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80 Level — David Jagneaux, 2026.06.18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60604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AA5BC"/>
                </a:solidFill>
                <a:latin typeface="Microsoft YaHei"/>
              </a:rPr>
              <a:t>how-no-law-s-developers-are-making...densest-open-worlds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63240"/>
            <a:ext cx="182880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EA Advertising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063240"/>
            <a:ext cx="420624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Game Developer — Bryant Francis, 2026.06.15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6324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AA5BC"/>
                </a:solidFill>
                <a:latin typeface="Microsoft YaHei"/>
              </a:rPr>
              <a:t>marketing/ea-announces-advertising-platform... + CNBC/BusinessWire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20440"/>
            <a:ext cx="182880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Xbox 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20440"/>
            <a:ext cx="420624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Game Developer — Chris Kerr, 2026.06.11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52044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AA5BC"/>
                </a:solidFill>
                <a:latin typeface="Microsoft YaHei"/>
              </a:rPr>
              <a:t>business/xbox-announces-business-reset...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977639"/>
            <a:ext cx="182880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Project Helix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77639"/>
            <a:ext cx="420624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Game Developer — Diego Argüello, 2026.06.09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977639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AA5BC"/>
                </a:solidFill>
                <a:latin typeface="Microsoft YaHei"/>
              </a:rPr>
              <a:t>business/xbox-rethinking-strategy-around-project-helix...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34840"/>
            <a:ext cx="182880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Alien:Isolation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434840"/>
            <a:ext cx="420624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TechRadar — Demi Williams, 2026.06.13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43484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AA5BC"/>
                </a:solidFill>
                <a:latin typeface="Microsoft YaHei"/>
              </a:rPr>
              <a:t>via Yahoo Tech + Creative Assembly 官方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92040"/>
            <a:ext cx="182880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Crimson Desert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892040"/>
            <a:ext cx="420624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280"/>
                </a:solidFill>
                <a:latin typeface="Microsoft YaHei"/>
              </a:rPr>
              <a:t>Game Developer — Diego Argüello, 2026.06.11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92040"/>
            <a:ext cx="4023360" cy="2468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9AA5BC"/>
                </a:solidFill>
                <a:latin typeface="Microsoft YaHei"/>
              </a:rPr>
              <a:t>business/crimson-desert-tops-6m-sales... + Pearl Abyss FB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486400"/>
            <a:ext cx="10561320" cy="54864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5541264"/>
            <a:ext cx="10241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DC2626"/>
                </a:solidFill>
                <a:latin typeface="Microsoft YaHei"/>
              </a:rPr>
              <a:t>⚠ 重要更正：</a:t>
            </a:r>
            <a:r>
              <a:rPr sz="950" b="0">
                <a:solidFill>
                  <a:srgbClr val="6B7280"/>
                </a:solidFill>
                <a:latin typeface="Microsoft YaHei"/>
              </a:rPr>
              <a:t>Project Helix 为 Xbox 次世代主机（非生成式AI项目）；“内存危机”为 AI 数据中心需求引发的 RAM 全球短缺。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19/20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9728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每周游戏技术洞察 · W25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下周见。如需调整关注方向或增加对标维度，随时告知。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10561320" cy="14630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04164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▎关于本周报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10058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出品：xhyha/insight · 每周更新，聚焦游戏技术/商业/硬件的结构性变化。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流程：多源抓取 → 逐条交叉核验 → 多轮内部审查 → 上传 main 分支。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规范：详见仓库 AGENTS.md（每周游戏洞察周报规范）。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5216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5BC"/>
                </a:solidFill>
                <a:latin typeface="Microsoft YaHei"/>
              </a:rPr>
              <a:t>2026.06.18  |  xhyha/insight  |  Weekly Gaming Tech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20/20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每周游戏技术洞察 · W25 2026 ·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