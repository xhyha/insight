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-1828800"/>
            <a:ext cx="3657600" cy="36576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AI骨骼与蒙皮生产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游戏资产自动化技术洞察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Auto-Rigging · AI Auto-Skinning · 游戏资产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 | 技术战略分析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 / Key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AI蒙皮已达到生产质量门槛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VSI评分90-96分，超越大多数美术手工，但复杂角色仍需人工审核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AI骨骼生成是下一个突破点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2025-2027年进入商业化，效率提升100-500倍，但拓扑错误率仍需控制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AI骨骼绑定正在快速发展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iKinema(Epic收购)、Xsens等已实现AI动捕重定向，2026年完整绑定可期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64008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GPU推理是工程化关键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AI蒙皮推理0.8秒可接受，但训练需要8GB VRAM，边缘部署仍是挑战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AI骨骼蒙皮技术成熟度 / Technology Maturity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2801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生产可用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关键厂商/方案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 (深度学习)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2025-2027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DeepSkin(研究), Auto-Skinner(创业)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AI骨骼生成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2025-2027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Adobe Project(研究), Mixamo AI(内测)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AI骨骼绑定/重定向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2024-2026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iKinema(Epic), Xsens, MotionMatching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DQS蒙皮 (当前工业标准)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Unity/Unreal/Maya原生支持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程序化骨骼生成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Mixamo, MakeHuman, MetaHuman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Skinning优化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Unity HDRP, Unreal Nanite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技术演进时间线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20116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DQS工业标准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程序化骨骼成熟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51760" y="4114800"/>
            <a:ext cx="201168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5176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AI蒙皮商业化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AI骨骼生成出现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4114800"/>
            <a:ext cx="201168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AI蒙皮普及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AI骨骼绑定成熟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040880" y="4114800"/>
            <a:ext cx="201168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04088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完整AI骨骼管线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物理肌肉系统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AI蒙皮技术深度 / AI Skinning Deep Dive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技术原理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463040"/>
            <a:ext cx="64008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1280160" cy="5486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Mesh输入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+Skeleton定义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1463040"/>
            <a:ext cx="64008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1234440"/>
            <a:ext cx="1280160" cy="5486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图卷积网络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0" y="1463040"/>
            <a:ext cx="64008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234440"/>
            <a:ext cx="1280160" cy="54864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Skeleton-Aware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1280160" cy="54864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权重预测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 (图卷积网络)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处理非欧几里得几何数据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捕获顶点-骨骼空间关系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37744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Mechanism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自动聚焦关键顶点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学习骨骼间权重交互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377440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423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Softmax Normalization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743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确保权重和=1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保证变形数学正确性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性能基准 (10K顶点测试)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109728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内存占用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质量(VSI)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AI蒙皮训练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45秒(GPU)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8GB VRAM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90-96分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AI蒙皮推理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2GB VRAM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90-96分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DQS自动权重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150MB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78-88分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AI骨骼生成技术 / AI Skeleton Generation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技术路线对比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模仿学习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51760" cy="146304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大量骨骼数据训练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GAN/VAE生成骨骼拓扑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质量较高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可学习复杂结构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需要大量训练数据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生成不可控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651760" cy="146304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828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Reward驱动骨骼生成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环境交互优化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可探索新结构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目标导向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训练不稳定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计算成本高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物理启发式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783080"/>
            <a:ext cx="2651760" cy="1463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2880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肌肉骨骼力学模型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生物启发算法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优点: 有物理意义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可解释性强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缺点: 覆盖范围有限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复杂生物困难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关键挑战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2651760" cy="10972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拓扑正确性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多足/异形角色的骨骼拓扑自动生成错误率高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794760"/>
            <a:ext cx="2651760" cy="1097280"/>
          </a:xfrm>
          <a:prstGeom prst="rect">
            <a:avLst/>
          </a:prstGeom>
          <a:solidFill>
            <a:srgbClr val="F5F7FA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语义理解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AI难以理解"意图"，生成骨骼可能缺功能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4617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3794760"/>
            <a:ext cx="2651760" cy="1097280"/>
          </a:xfrm>
          <a:prstGeom prst="rect">
            <a:avLst/>
          </a:prstGeom>
          <a:solidFill>
            <a:srgbClr val="F5F7FA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4160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同一模型多次生成结果可能不同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4617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AI骨骼绑定技术 / AI Rigging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AI增强IK/FK系统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1887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 (逆向运动学)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指定末端位置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自动计算关节角度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算法: Jacobian转置 / FABRIK / CCDIK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1887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FK (正向运动学)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指定关节角度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顺序计算末端位置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算法: 矩阵链式计算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118872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AI增强绑定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自动权重优化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智能约束生成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算法: 神经网络预测+规则引擎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商业方案对比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2011680"/>
                <a:gridCol w="914400"/>
                <a:gridCol w="109728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核心功能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IK质量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肌肉系统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iKinema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Epic Games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AI动捕重定向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实时IK求解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虚幻订阅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Xsens MVN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Xsens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惯性动捕+IK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数据融合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硬件+软件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MotionMatching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AI动作检索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智能切换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Unity Pro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Control Rig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Unreal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Blueprint驱动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程序化绑定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虚幻订阅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业界现状 / Industry Landscape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AI骨骼蒙皮 研究/开源方案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DeepSkin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325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论文+代码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GNN蒙皮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2022年发布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93192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Skinning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011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Transformer蒙皮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2023年发布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3192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97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OpenSkeletal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697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LBS/DQS实现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社区维护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93192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RigLogic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383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2019年发布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商业工具AI能力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393192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325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Mixamo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1325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AI骨骼+动画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965960"/>
            <a:ext cx="393192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MetaHuman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011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632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程序化数字人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AI增强绑定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651760"/>
            <a:ext cx="393192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Character Creator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697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生产级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程序化角色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AI面容生成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337560"/>
            <a:ext cx="393192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83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ZBrush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383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工具内嵌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AI权重绘制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实验性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市场趋势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7200" y="4480560"/>
            <a:ext cx="2651760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526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AI蒙皮工具爆发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2024-2026年预计新增20+创业公司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91840" y="4480560"/>
            <a:ext cx="2651760" cy="64008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526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游戏引擎原生集成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Unity/Unreal 2025年版发布AI蒙皮SDK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4480560"/>
            <a:ext cx="2651760" cy="64008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4526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开源方案崛起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DeepSkin等开源项目快速逼近商用质量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 / Implementation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1: 0-6个月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打基础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评估现有DQS蒙皮流程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部署程序化骨骼生成(Mixamo/MetaHuman)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建立glTF资产管线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GPU Skinning性能基线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效率提升40%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2: 6-12个月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AI试点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78308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引入开源AI蒙皮工具(DeepSkin)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NPC角色AI蒙皮试点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AI骨骼生成技术验证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团队AI技能培训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840480"/>
            <a:ext cx="2651760" cy="36576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AI蒙皮覆盖率30%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3: 12-18个月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78308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828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AI蒙皮生产扩展到主要角色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286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自研AI骨骼生成工具评估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AI骨骼绑定集成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建立质量审核流程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3840480"/>
            <a:ext cx="2651760" cy="365760"/>
          </a:xfrm>
          <a:prstGeom prst="rect">
            <a:avLst/>
          </a:prstGeom>
          <a:solidFill>
            <a:srgbClr val="FF6B35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AI蒙皮覆盖率70%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资源投入建议 (100人团队)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709160"/>
            <a:ext cx="1600200" cy="36576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09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AI研发(2-3人)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48840" y="4709160"/>
            <a:ext cx="1600200" cy="36576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9" name="Text 37"/>
          <p:cNvSpPr/>
          <p:nvPr/>
        </p:nvSpPr>
        <p:spPr>
          <a:xfrm>
            <a:off x="2148840" y="4709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管线开发(2-3人)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4709160"/>
            <a:ext cx="1600200" cy="36576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0" y="4709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工具许可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32120" y="4709160"/>
            <a:ext cx="1600200" cy="36576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43" name="Text 41"/>
          <p:cNvSpPr/>
          <p:nvPr/>
        </p:nvSpPr>
        <p:spPr>
          <a:xfrm>
            <a:off x="5532120" y="4709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GPU基础设施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23760" y="4709160"/>
            <a:ext cx="1600200" cy="36576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0" y="4709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培训/储备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风险与建议 / Risks &amp; Recommendations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风险矩阵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6400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AI蒙皮质量不稳定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影响:高 | 可能性:中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931920" cy="640080"/>
          </a:xfrm>
          <a:prstGeom prst="rect">
            <a:avLst/>
          </a:prstGeom>
          <a:solidFill>
            <a:srgbClr val="F5F7FA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GPU硬件依赖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影响:中 | 可能性:高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6400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技术人才缺口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影响:高 | 可能性:高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931920" cy="640080"/>
          </a:xfrm>
          <a:prstGeom prst="rect">
            <a:avLst/>
          </a:prstGeom>
          <a:solidFill>
            <a:srgbClr val="F5F7FA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供应商锁定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影响:中 | 可能性:中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缓解策略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3931920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325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AI蒙皮质量不稳定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保留人工审核通道，建立质量基线(&gt;90分VSI)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3931920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GPU硬件依赖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保留CPU fallback， especially移动端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2743200"/>
            <a:ext cx="3931920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788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技术人才缺口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建立TA培训计划，与高校合作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3931920" cy="640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520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供应商锁定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采用开源+自研混合策略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立即行动 (0-3个月)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评估现有资产管线，识别AI可介入环节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663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启动AI蒙皮技术调研(DeepSkin/Mixamo)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983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建立GPU计算环境用于AI训练/推理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4983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派员学习AI骨骼蒙皮技术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AI蒙皮技术已突破生产门槛(90-96分)，是游戏资产自动化的关键突破点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AI骨骼生成2025-2027年商业化，将带来100-500倍效率提升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短期策略：DQS保质量 + 程序化骨骼提效率 + AI蒙皮试点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18个月渐进式引入AI，建立内部AI骨骼蒙皮技术储备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游戏资产技术洞察团队 | 2026年5月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AI骨骼与蒙皮生产技术洞察报告</dc:title>
  <dc:subject>游戏资产自动化技术战略</dc:subject>
  <dc:creator>游戏资产技术洞察团队</dc:creator>
  <cp:lastModifiedBy>游戏资产技术洞察团队</cp:lastModifiedBy>
  <cp:revision>1</cp:revision>
  <dcterms:created xsi:type="dcterms:W3CDTF">2026-05-20T08:37:22Z</dcterms:created>
  <dcterms:modified xsi:type="dcterms:W3CDTF">2026-05-20T08:37:22Z</dcterms:modified>
</cp:coreProperties>
</file>