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 for 游戏 深度洞察报告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现状 · 趋势 · 未来五年影响 · 技术储备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  <a:latin typeface="Microsoft YaHei"/>
              </a:defRPr>
            </a:pPr>
            <a:r>
              <a:t>从开发工具到游戏体验，AI如何重塑游戏产业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06878"/>
                </a:solidFill>
                <a:latin typeface="Microsoft YaHei"/>
              </a:defRPr>
            </a:pPr>
            <a:r>
              <a:t>xhyha 洞察团队  |  2026年06月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06878"/>
                </a:solidFill>
                <a:latin typeface="Microsoft YaHei"/>
              </a:defRPr>
            </a:pPr>
            <a:r>
              <a:t>文档密级：内部公开  | 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▎目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15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338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核心结论与关键发现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67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184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for 游戏全景地图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3677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七大应用领域 × 价值矩阵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96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现状分析：开发端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3969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AI辅助美术/程序/测试/音频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4261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243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现状分析：体验端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4261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智能NPC/个性化/动态叙事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455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272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现状分析：运营端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45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玩家分析/反作弊/LiveOps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1188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484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301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行业趋势与关键玩家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484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技术/市场/政策 × 竞争格局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513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330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未来5年影响预测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5137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2026-2030 分阶段路线图 + 影响力矩阵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542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636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技术储备建议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5429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核心能力/工具链/人才矩阵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5721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389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行动路线图与投资框架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15721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18个月落地规划 + ROI预估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62356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601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41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专题深潜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6601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AI NPC架构 / 美术管线 / 端侧AI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12648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1630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44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竞争对标与愿景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61630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国内大厂布局 / AI原生游戏展望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62940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6659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66476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风险与总结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666597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风险缓解 / 决策建议 / 下一步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▎执行摘要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■ 市场规模：AI游戏市场预计2025-2030年CAGR 35-40%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■ 开发提效：AI可缩短30-60%的内容制作周期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■ 体验变革：LLM驱动的智能NPC将重新定义RPG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■ 关键窗口：2026-2028年是AI游戏的技术红利期（主要竞对已完成AI管线搭建）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30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1. AI正在从"辅助工具"演变为"游戏核心能力"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2. 生成式AI（AIGC）对游戏内容生产的冲击最大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3. 智能NPC和动态叙事是下一个杀手级应用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4. 端侧AI推理能力将改变移动游戏体验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5. 技术储备窗口期仅剩12-18个月（竞对已规模化布局）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05840"/>
            <a:ext cx="5212080" cy="16459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1155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紧迫度矩阵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447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🔴 立即行动(0-6月)：AI美术管线、智能测试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🟡 战略布局(6-18月)：智能NPC、动态叙事引擎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🟢 持续跟踪(18+月)：AI原生游戏、全自动化生成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212080" cy="14630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03580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649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AI生成内容的版权归属尚无定论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玩家对AI内容的接受度存在分化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过度依赖AI可能导致同质化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212080" cy="14630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731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023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全球游戏市场2025年约$200B+（Newzoo）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AI in Gaming市场2030年预计$40B+（Grand View Research）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约46%开发者已在用生成式AI工具（GDC 2025调查）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▎AI for 游戏 全景地图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6517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AI美术生成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原画/贴图/3D/动画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Flux, Stable Diffusion 3.5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Midjourney, DALL-E, Meshy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0584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6517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155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AI程序辅助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代码生成/BUG检测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性能优化/自动化构建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Unity ML-Agents,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155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AI智能NPC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08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对话/行为/决策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Inworld AI, Convai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LLM驱动角色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00584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005840"/>
            <a:ext cx="2651760" cy="45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1155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85CF5"/>
                </a:solidFill>
                <a:latin typeface="Microsoft YaHei"/>
              </a:defRPr>
            </a:pPr>
            <a:r>
              <a:t>AI动态叙事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508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剧情生成/分支叙事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个性化故事线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AI Dungeon模式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26517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AI测试QA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自动化测试/覆盖率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异常检测/性能瓶颈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Modl.ai, GameDriver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47472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474720"/>
            <a:ext cx="265176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584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AI运营分析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977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玩家行为预测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反作弊/留存优化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LiveOps自动化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74720"/>
            <a:ext cx="265176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474720"/>
            <a:ext cx="26517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58444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AI音频音乐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776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语音合成/音效生成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自适应配乐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Suno, ElevenLabs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▎现状分析：开发端 AI 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美术管线 (Art 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2D原画：Midjourney/Stable Diffusion → 概念设计10x提效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贴图生成：AI纹理/材质 → 贴图生产5x提效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3D模型：Meshy/Luma/Tripo3D → 基础白模快速生成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动画：AI动作捕捉/动画插值 → 减少60%手工K帧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现状：头部大厂普遍已在美术管线中集成AI工具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程序开发 (Programming)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代码辅助：GitHub Copilot/Cursor → 编码效率+40%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Shader生成：自然语言→HLSL/GLSL自动生成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关卡设计：PCG+AI混合 → 程序化关卡快速原型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蓝图/节点AI：Unreal Blueprint AI辅助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现状：Unity和Unreal均已内置AI助手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测试与QA (Testing)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自动化测试：ML-Agent驱动自动化游戏测试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视觉回归：AI截图对比，检测渲染异常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性能分析：AI预测性能瓶颈，自动优化建议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工具：Modl.ai, GameDriver, Applause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现状：AI测试覆盖率可达人工的3-5倍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▎现状分析：体验端 AI 变革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20440" cy="53035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智能NPC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核心突破：LLM赋予NPC自然语言对话能力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代表产品：Inworld AI、Convai、NVIDIA ACE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技术栈：LLM(对话) + TTS(语音) + 面部动画AI(Audio2Face) + 情感模型 + 行为树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典型案例：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NVIDIA ACE Covert Protocol（AI NPC demo）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网易逆水寒手游（大模型NPC，已上线）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Inworld AI × 多款独立游戏（NPC集成案例）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成熟度：★★★☆☆ 可用于非核心对话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挑战：延迟控制、成本、行为一致性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05840"/>
            <a:ext cx="3520440" cy="53035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85CF5"/>
                </a:solidFill>
                <a:latin typeface="Microsoft YaHei"/>
              </a:defRPr>
            </a:pPr>
            <a:r>
              <a:t>动态叙事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核心突破：AI实时生成剧情分支与对话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代表产品：AI Dungeon、NovelAI、Hidden Door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技术栈：LLM + 叙事模板 + 世界观约束 + 记忆管理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关键技术点：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长文本记忆（上下文窗口扩展）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角色一致性保持（人格锁定的Prompt工程）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剧情连贯性（状态追踪+事件图谱）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成熟度：★★☆☆☆ 早期探索阶段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挑战：剧情质量波动、不可控内容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05840"/>
            <a:ext cx="3520440" cy="53035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个性化体验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核心突破：AI实时调整游戏难度/内容/推荐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应用场景：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动态难度调节（DDA）→ AI实时分析玩家水平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个性化任务推荐 → 基于玩家画像的AI匹配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自适应UI/UX → 根据操作习惯调整界面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AI教练/导师 → 新手引导个性化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技术栈：玩家建模 + 强化学习 + 推荐系统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成熟度：★★★★☆ 已有大量落地案例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挑战：隐私数据、冷启动、过度优化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▎现状分析：运营端 AI 赋能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玩家行为分析 &amp; 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AI建模玩家生命周期价值（LTV）预测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流失预警：提前7-14天识别高危流失玩家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付费转化预测：精准识别高潜付费用户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社交网络分析：识别核心KOL和社区节点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 deltaDNA、GameAnalytics AI、腾讯游戏AI平台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反作弊 &amp; 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AI行为分析检测外挂/脚本（准确率&gt;98%）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实时异常检测：毫秒级识别异常操作模式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深度伪造检测：AI识别代练/共享账号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工具：腾讯TP、EAC、BattlEye AI模块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趋势：从规则匹配→行为模型→无监督学习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LiveOps 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AI驱动的活动和奖励自动调度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A/B测试智能优化：多臂老虎机算法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内容推送个性化：AI选择最佳推送时机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动态定价：AI根据玩家画像调整定价策略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典型案例：King(Candy Crush) AI运营系统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65760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673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AI音频 &amp; 语音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09651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AI语音合成：低成本的NPC语音生成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实时语音变声：游戏社交中的角色化语音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自适应配乐：根据游戏情境AI生成BGM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工具：ElevenLabs、Suno、Audiocraft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趋势：从预录制→实时AI生成→个性化音频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▎行业趋势与驱动力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技术驱动力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LLM能力爆发：GPT-5/Claude 4级模型 → NPC对话质量飞跃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端侧推理成熟：手机NPU算力达50+ TOPS → 实时AI游戏体验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多模态融合：视觉+语音+文本 → 沉浸式AI交互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生成式3D突破：NeRF/Gaussian Splatting → 3D内容民主化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Agent框架成熟：NVIDIA ACE Agent / 轻量Agent框架 → 游戏AI Agent标准化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市场驱动力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游戏内容需求指数级增长（开放世界、UGC、LiveOps）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开发成本攀升：3A游戏预算超$200M → AI降本刚需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玩家对个性化体验的期待持续升高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UGC/AIGC融合：玩家创造内容的门槛急剧降低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移动游戏占比持续上升 → 端侧AI体验差异化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政策与风险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AI版权立法加速：EU AI Act、中国AI生成内容标识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AI伦理审查：游戏中的AI角色行为边界讨论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数据合规：玩家数据采集与AI训练的合规挑战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就业冲击：游戏行业人才结构重构（美术/测试/QA）</a:t>
            </a:r>
          </a:p>
          <a:p>
            <a:pPr>
              <a:lnSpc>
                <a:spcPct val="13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▲ 同质化风险：过度依赖AIGC可能导致内容雷同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06b ▎关键玩家与竞争格局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520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引擎/平台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Unity AI Hub / Unreal ML Deformer / Roblox AI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Godot AI插件 / Steam AI政策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520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07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AI NPC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Inworld AI / Convai / NVIDIA ACE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Latitude(AI Dungeon) / Charisma.ai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9728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9728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207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AIGC美术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Midjourney / Stability AI / Meshy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Luma AI / Tripo3D / Adobe Firefly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4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352044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AI测试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Modl.ai / GameDriver / Applause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Unity Test Framework + ML-Agents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4904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749040"/>
            <a:ext cx="35204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58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大厂自研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51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腾讯AI Lab / 网易伏羲 / 米哈游AI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EA SEED / Ubisoft La Forge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49040"/>
            <a:ext cx="352044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749040"/>
            <a:ext cx="3520440" cy="45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858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85CF5"/>
                </a:solidFill>
                <a:latin typeface="Microsoft YaHei"/>
              </a:defRPr>
            </a:pPr>
            <a:r>
              <a:t>AI运营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251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deltaDNA / GameAnalytics /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腾讯游戏AI平台 / AppsFlyer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▎未来5年影响预测 — Phase 1: 2026-2027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AI工具化普及期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AI美术管线工业化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AI美术从实验走向工业化，2D/贴图/3D白模生成融入标准管线，美术提效3-5倍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1343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智能测试覆盖60%+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2432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AI自动化测试覆盖60%以上的回归场景，QA团队转型为AI策略设计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6499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LLM NPC试点上线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首批LLM驱动的AI NPC在RPG/社交游戏中上线，非核心对话达到可用质量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1655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AI代码助手标配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Unity/Unreal内置AI编码助手成为标配，开发效率+30-50%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6811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端侧推理落地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7900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手机端AI推理支持实时语音变声/画面增强/智能助手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▎未来5年影响预测 — Phase 2: 2027-2028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AI体验变革期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智能NPC规模化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 NPC具备长期记忆和情感系统，可支撑核心剧情对话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1343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动态叙事引擎成熟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2432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LLM+世界观约束+状态管理的动态叙事引擎达到商用水平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6499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AI生成3D内容突破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NeRF/3DGS+AI使3D场景/角色生成效率提升10x+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1655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AI Agent玩家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 Agent可以作为"虚拟玩家"参与多人游戏，解决冷启动/匹配问题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6811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UGC+AIGC融合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7900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玩家使用AI工具创建游戏内容的平台大量涌现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▎未来5年影响预测 — Phase 3: 2028-2030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AI原生游戏期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AI原生游戏出现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完全由AI驱动的游戏类型出现：AI GM、AI世界、AI对手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1343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全自动化内容生成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2432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AI可在约束条件下自动生成完整关卡/任务/剧情线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6499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个性化游戏体验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每个玩家获得完全不同的游戏体验（剧情/难度/内容）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1655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AI协同创作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2744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玩家与AI共同创作游戏内容，AI作为"创意伙伴"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64240" cy="9144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68112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新兴范式确立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7900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AI不再是辅助工具，而是游戏设计的核心组成部分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▎未来5年 — 影响力矩阵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097280"/>
            <a:ext cx="32004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1155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2026-2027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1155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2027-2028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097280"/>
            <a:ext cx="18288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11556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2028-2030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1097280"/>
            <a:ext cx="100584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111556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影响等级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08760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54480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美术生产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508760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554480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AIGC工业化</a:t>
            </a:r>
            <a:br/>
            <a:r>
              <a:t>3-5x提效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508760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554480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 3D场景生成</a:t>
            </a:r>
            <a:br/>
            <a:r>
              <a:t>10x提效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508760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554480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全自动化</a:t>
            </a:r>
            <a:br/>
            <a:r>
              <a:t>10-15x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1508760"/>
            <a:ext cx="100584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554480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167128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212848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程序开发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167128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212848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AI编码标配</a:t>
            </a:r>
            <a:br/>
            <a:r>
              <a:t>+30%效率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167128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2212848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AI架构辅助</a:t>
            </a:r>
            <a:br/>
            <a:r>
              <a:t>自动重构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167128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212848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自然语言</a:t>
            </a:r>
            <a:br/>
            <a:r>
              <a:t>→游戏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0" y="2167128"/>
            <a:ext cx="100584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2212848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825496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871216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NPC/角色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2825496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2871216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LLM NPC</a:t>
            </a:r>
            <a:br/>
            <a:r>
              <a:t>试点上线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825496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2871216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情感NPC</a:t>
            </a:r>
            <a:br/>
            <a:r>
              <a:t>规模化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825496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2871216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AI原生</a:t>
            </a:r>
            <a:br/>
            <a:r>
              <a:t>角色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2825496"/>
            <a:ext cx="100584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98480" y="2871216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483864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529584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叙事/剧情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483864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3529584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AI辅助</a:t>
            </a:r>
            <a:br/>
            <a:r>
              <a:t>分支设计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483864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3529584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动态叙事</a:t>
            </a:r>
            <a:br/>
            <a:r>
              <a:t>引擎商用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3483864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3529584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 GM</a:t>
            </a:r>
            <a:br/>
            <a:r>
              <a:t>完全自主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3483864"/>
            <a:ext cx="100584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3529584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42232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187952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测试QA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142232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4187952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60%自动化</a:t>
            </a:r>
            <a:br/>
            <a:r>
              <a:t>覆盖率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4142232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0" y="4187952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90%自动化</a:t>
            </a:r>
            <a:br/>
            <a:r>
              <a:t>AI预测Bug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4142232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4187952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零人工</a:t>
            </a:r>
            <a:br/>
            <a:r>
              <a:t>全自动化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07040" y="4142232"/>
            <a:ext cx="100584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0" y="4187952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800600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846320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运营/LiveOps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77440" y="4800600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68880" y="4846320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AI分析</a:t>
            </a:r>
            <a:br/>
            <a:r>
              <a:t>标配化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800600"/>
            <a:ext cx="32004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0" y="4846320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预测性运营</a:t>
            </a:r>
            <a:br/>
            <a:r>
              <a:t>自动化决策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8240" y="4800600"/>
            <a:ext cx="182880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9680" y="4846320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AI自主</a:t>
            </a:r>
            <a:br/>
            <a:r>
              <a:t>运营策略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07040" y="4800600"/>
            <a:ext cx="1005840" cy="621792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98480" y="4846320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★★★☆☆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5458968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5504688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玩家体验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77440" y="5458968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0" y="5504688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端侧AI</a:t>
            </a:r>
            <a:br/>
            <a:r>
              <a:t>初步落地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7840" y="5458968"/>
            <a:ext cx="32004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0" y="5504688"/>
            <a:ext cx="3017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个性化</a:t>
            </a:r>
            <a:br/>
            <a:r>
              <a:t>游戏体验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78240" y="5458968"/>
            <a:ext cx="182880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69680" y="5504688"/>
            <a:ext cx="1645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AI共创</a:t>
            </a:r>
            <a:br/>
            <a:r>
              <a:t>游戏范式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607040" y="5458968"/>
            <a:ext cx="1005840" cy="621792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98480" y="5504688"/>
            <a:ext cx="8229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08 ▎技术储备建议 — 核心能力矩阵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T1: AI内容生成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必储技能：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Diffusion Model微调与部署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3D AI生成（NeRF/GS/Feed-Forward）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AI动画（Motion Diffusion/Retargeting）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AI音频生成（TTS/音乐/音效）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工具链储备：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ComfyUI/Flux/SD3.5生产管线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Meshy/Tripo3D → 引擎导入管线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Custom LoRA训练（角色/风格一致性）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T2: AI NPC &amp; 叙事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必储技能：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LLM Prompt工程（角色人格锁定）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RAG（NPC知识库与世界观约束）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行为树 + LLM混合架构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长期记忆系统设计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工具链储备：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Inworld AI / Convai SDK集成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自研NPC对话引擎（LLM + 游戏API）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叙事图谱 + 状态机引擎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T3: AI工程化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5087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必储技能：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端侧AI推理（ONNX/CoreML/TFLite）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AI服务架构（模型服务 + 缓存 + 降级）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MLOps（模型版本管理/A/B测试）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AI性能优化（量化/蒸馏/剪枝）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工具链储备：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Unity Sentis / Unreal NNI Plugin + ONNX Runtime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TensorRT/ONNX Runtime移动端部署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  · 端云协同推理架构设计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08 ▎技术储备建议 — 人才与工具矩阵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人才储备优先级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P0 紧急招聘(0-6月)：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AI美术TD、LLM应用工程师、AI测试工程师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P1 战略招聘(6-12月)：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 NPC设计师、AI叙事工程师、MLOps工程师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P2 长期培养(12-18月)：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AI游戏设计师、端侧AI优化工程师、AI Agent架构师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P3 组织转型：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美术团队AI工具培训（100%覆盖）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程序团队AI编码培训（80%覆盖）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560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开源/商用工具选型建议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AI美术：ComfyUI + Flux/SD3.5 + ControlNet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 3D：Meshy API + Blender AI插件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 NPC：Inworld AI / 自研LLM接入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AI编码：GitHub Copilot + Cursor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AI测试：Modl.ai + 自研ML-Agent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AI音频：ElevenLabs + Suno API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端侧推理：ONNX Runtime + Unity Sentis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LLM服务：OpenAI API / Claude API / 自部署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0881360" cy="219456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416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技术储备风险矩阵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高风险需重点投入：LLM成本控制（NPC对话成本可能达$0.01-0.05/次对话）→ 必须储备端侧推理能力 | AI生成内容版权风险 → 必须建立内部合规审查流程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中风险持续关注：AI模型迭代速度过快 → 采用可替换的模型抽象层设计 | 玩家AI疲劳 → 保持人机平衡的游戏设计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低风险但也需布局：AI伦理审查机制、AI训练数据合规、跨平台AI体验一致性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09 ▎行动路线图 — 18个月落地规划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Q3-Q4 2026</a:t>
            </a:r>
            <a:br/>
            <a:r>
              <a:t>基础建设期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① AI美术管线搭建：ComfyUI + Flux/SD3.5 + LoRA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② AI编码助手推广：Copilot/Cursor全团队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③ 智能NPC技术验证：Inworld AI PoC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④ AI测试框架搭建：Modl.ai + 自研ML-Agent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⑤ 端侧AI调研：Unity Sentis性能基准测试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⑥ 团队培训：美术/程序AI工具100%覆盖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972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Q1-Q2 2027</a:t>
            </a:r>
            <a:br/>
            <a:r>
              <a:t>能力建设期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① AI美术管线工业化：自动贴图/3D白模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② 智能NPC正式集成：首个项目落地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③ AI测试覆盖率达60%+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④ 动态叙事引擎原型开发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⑤ 端侧AI推理首批应用（语音变声/画面增强）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⑥ AI运营分析平台上线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005840"/>
            <a:ext cx="3520440" cy="51206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0972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Q3-Q4 2027</a:t>
            </a:r>
            <a:br/>
            <a:r>
              <a:t>规模化期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69164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① AI美术管线全项目推广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② AI NPC 2.0：情感+长期记忆系统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③ AI测试覆盖率达85%+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④ 动态叙事引擎首个项目集成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⑤ 端侧AI体验差异化落地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A0A8B8"/>
                </a:solidFill>
                <a:latin typeface="Microsoft YaHei"/>
              </a:defRPr>
            </a:pPr>
            <a:r>
              <a:t>⑥ AI Agent虚拟玩家原型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09 ▎投资框架与ROI预估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投资估算（中型游戏工作室 200人）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AI工具授权：$150-300K/年（Copilot+ComfyUI+Inworld等）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GPU算力（训练/推理）：$80-200K/年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AI人才招聘（3-5人）：$300-600K/年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培训与组织转型：$50-100K（一次性）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合计首年投入：$600K-1.2M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ROI预估（18个月回本周期）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美术效率提升3-5x → 节省$200-500K/年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QA自动化60% → 节省$100-200K/年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开发效率+30% → 加速上线（间接收益）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运营AI → 留存提升3-5%（参考：King内部案例） → 增加收入$200-400K/年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预计ROI：1.5-3x（18个月周期）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决策建议：按「技术成熟度×业务紧迫度」排序投资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第一优先级（立即投资）：AI美术管线（高成熟+高紧迫）→ ROI最快 | AI测试（高成熟+高紧迫）→ 质量保障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第二优先级（6个月内）：AI编码助手（高成熟+中紧迫）→ 快速见效 | 端侧AI调研（中成熟+高紧迫）→ 长期差异化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第三优先级（12个月内）：AI NPC（中成熟+高紧迫）→ 核心竞争力 | 动态叙事（低成熟+中紧迫）→ 创新探索 | AI运营（高成熟+中紧迫）→ 增量收入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专题 ▎AI NPC 技术架构深度解析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AI NPC 端云协同架构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┌─ On-Device ──────────────────────┐  ┌─ Cloud ────────────────────┐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Light LLM (1-3B INT4)          │  │  Large LLM (70B+)     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On-device TTS/STT              │  │  RAG / 知识检索       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Emotion Model (local)          │  │  Long-term Memory Store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Behavior Tree + State Cache    │  │  Emotion Model (full) 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└──────────┬───────────────────────┘  └──────────┬────────────────┘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│     Model Router (智能路由)      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│  (复杂度 + 延迟 + 成本 + 连接状态)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└────────────────┬─────────────────────┘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          NPC Middleware (状态/记忆/API)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                 ↓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             Game Engine (Unity/UE)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015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关键技术挑战与解法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3075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延迟：LLM推理200-500ms 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解法：流式输出+预生成+端侧小模型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成本：$0.01-0.05/次对话 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解法：缓存热门回复+端侧兜底+批量推理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注意：LLM API成本年均下降5-10x，2028年预计降至$0.001-0.005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一致性：角色人格漂移 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解法：System Prompt+RAG+人格微调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记忆：上下文窗口有限 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解法：向量化长期记忆+摘要压缩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29184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4015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选型对比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3075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Inworld AI：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成熟度高、集成简单、按调用量计费、延迟可控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Convai：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开发者友好、Unity/UE插件、性价比高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NVIDIA ACE：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技术最强、端侧推理、但生态尚早期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自研方案（LLM API+中间件）：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最灵活、成本可控、但开发周期长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专题 ▎AI美术管线工业化路径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20440" cy="2560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2D 原画/概念设计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工具：Midjourney + Flux + ControlNet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流程：文字描述→AI出图→人工精修→定稿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提效：概念阶段10x，最终产出3-5x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关键：LoRA训练确保风格一致性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风险：风格漂移、创意同质化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97280"/>
            <a:ext cx="3520440" cy="2560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贴图/材质生成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36192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工具：Flux/SD3.5 + ControlNet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流程：基础色→AI生成法线/粗糙/金属贴图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提效：材质球生产5-8x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关键：材质风格库（Material LoRA）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风险：风格一致性、技术规范适配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097280"/>
            <a:ext cx="3520440" cy="2560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3D 模型生成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536192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工具：Meshy / Tripo3D / Luma AI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流程：文字/图片→3D白模→引擎精修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提效：白模阶段5-10x（但精修仍需人工）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关键：拓扑优化+UV自动展开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风险：质量参差不齐、需人工精修60-80%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0972800" cy="219456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工业化管线设计建议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70832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标准化Pipeline：Prompt模板库 → AI批量生成 → 人工审核/精修 → 资产入库 → 自动导入引擎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质量管控：设立"AI生成审核岗"，确保风格统一性和技术规范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LoRA资产管理：按项目/角色/场景分类管理微调模型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成本估算：ComfyUI自部署（GPU $2-5/小时）vs SaaS（$0.01-0.05/张）→ 批量生产推荐自部署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数据来源：Newzoo/GDC/Grand View Research（市场数据），内部估算（ROI/提效）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团队结构转型：传统美术 → AI美术TD（技术向）+ 创意美术（创意向）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专题 ▎端侧AI推理 — 游戏体验差异化关键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端侧AI推理能力现状（2026）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旗舰手机NPU：50-75 TOPS峰值（骁龙8 Elite/天玑9400），持续约30-45 TOPS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可运行模型：2-7B参数LLM（INT4量化），语音/图像小模型实时运行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语音处理：实时ASR/TTS/Voice Conversion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图像处理：实时超分辨率/帧率增强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推理延迟：语音/图像小模型 &lt; 10ms | 端侧LLM 30-80ms/token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挑战：内存限制、模型精度、功耗控制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端侧AI在游戏中的应用场景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实时语音变声（NPU加速Voice Conversion）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画面AI增强（超分辨率/插帧，专用芯片）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本地AI助手（轻量NLU，离线可用）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 NPC对话（端侧小模型为主 + 云端复杂场景兜底）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个性化游戏体验（本地玩家建模）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实时AI反作弊（行为模型本地推理）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技术储备路线图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2026 H2：Unity Sentis / ONNX Runtime 移动端基准测试 → 确定"哪些模型可以端侧运行"的能力边界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2027 H1：首批端侧AI功能落地（语音变声/画面增强/本地助手） → 建立端云协同架构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2027 H2：端侧AI NPC对话（端侧小模型 + 云端复杂场景兜底） → 离线降级策略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2028+：端侧AI Agent（游戏内AI队友/教练/解说） → 完全独立的端侧AI体验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专题 ▎国内大厂AI游戏布局对标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3949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腾讯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Lab + 游戏AI平台全覆盖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AI美术：自研 Diffusion 平台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AI：绝悟（王者荣耀AI，已扩展多品类）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AI运营：玩家分析/反作弊成熟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布局策略：全栈自研+平台化输出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3949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网易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伏羲AI Lab：游戏AI研究中心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NPC：逆水寒AI大模型NPC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AI美术：自研AIGC工具链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AI音乐：网易天音AI配乐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布局策略：内容驱动+体验创新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53949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587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米哈游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Lab：米哈游AI Lab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NPC：原神/崩铁中的探索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AI美术：概念设计AIGC辅助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AI语音：角色语音合成技术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布局策略：IP驱动+技术护城河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4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5394960" cy="45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587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A85CF5"/>
                </a:solidFill>
                <a:latin typeface="Microsoft YaHei"/>
              </a:defRPr>
            </a:pPr>
            <a:r>
              <a:t>字节/沐瞳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Lab：推荐系统+AI生成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MLBB AI：智能对手+运营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UGC：朝夕光年AIGC工具链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AI直播：游戏AI解说技术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布局策略：全球化+AI降本增效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愿景 ▎AI原生游戏 — 2030展望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2044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AI Game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AI作为地下城主（DM）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实时生成剧情/事件/对话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每次游戏体验完全不同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类似：AI Dungeon 的成熟版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关键：叙事质量 + 世界一致性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97280"/>
            <a:ext cx="352044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AI共创游戏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36192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玩家与AI共同设计游戏世界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自然语言描述 → AI实时生成内容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UGC升级为AI-assisted creation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类似：Roblox AI 的终极形态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关键：创作门槛降低 + 质量保障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097280"/>
            <a:ext cx="352044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2070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AI Agent玩家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536192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AI作为游戏中的"其他玩家"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解决冷启动/匹配/社交问题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可模拟不同风格的人类玩家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类似：OpenAI Five 的通用版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关键：行为自然度 + 策略多样性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097280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AI原生游戏的特征定义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1. 内容不可预测：核心玩法依赖AI实时生成，无法通过攻略穷举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2. 体验个性化：每个玩家的游戏体验在内容和情感层面完全不同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3. 持续进化：AI根据玩家行为和反馈持续更新游戏世界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4. AI是设计核心：而非辅助工具——没有AI就没有这个游戏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5. 经济模型变化：从"买断/内购"到"AI服务订阅"的可能性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风险 ▎AI for 游戏的风险与缓解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1188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731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704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版权与法律风险 [风险等级:高]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AI生成内容的版权归属不明确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训练数据可能包含受版权保护的素材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缓解：建立AIGC合规审查流程、使用合规训练数据、关注EU AI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0881360" cy="1188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73152" cy="1188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内容质量风险 [风险等级:中]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AI生成内容质量不稳定、风格不一致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过度依赖AIGC导致游戏内容同质化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缓解：人机协作管线、AI审核+人工精修双轨制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10881360" cy="1188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73152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221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Microsoft YaHei"/>
              </a:defRPr>
            </a:pPr>
            <a:r>
              <a:t>技术依赖风险 [风险等级:中]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过度依赖单一AI服务商（OpenAI/Google）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AI模型迭代过快导致技术栈频繁更换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缓解：模型抽象层设计、多供应商策略、自部署关键模型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0881360" cy="1188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73152" cy="1188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480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玩家接受度风险 [风险等级:中-低]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玩家可能抵触"AI生成"的游戏内容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AI NPC行为可能引发争议（偏见/不当内容）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A0A8B8"/>
                </a:solidFill>
                <a:latin typeface="Microsoft YaHei"/>
              </a:defRPr>
            </a:pPr>
            <a:r>
              <a:t>● 缓解：透明标注AI内容、内容过滤机制、玩家反馈闭环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 ▎总结与建议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五个核心结论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1. AI已从"锦上添花"变为"核心竞争力"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2. 最大的ROI在美术管线和测试自动化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3. 智能NPC是下一个差异化战场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4. 端侧AI将重新定义移动游戏体验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5. 12-18个月是技术储备的最后窗口期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三个立即行动项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① 启动AI美术管线PoC（4周内完成）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② 2周内完成AI编码助手试点（核心团队20人），6周内全团队推广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③ 立项智能NPC技术验证（8周内完成PoC）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同时启动：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· AI人才招聘（2-3人，Q3到岗）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· AI工具预算审批（$200-500K/年）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给管理层的建议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战略层面：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AI不是可选选项，而是生存必需。建议将AI游戏能力提升到公司战略高度，设立专项预算和KPI。不做的风险 &gt; 做错的风险。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组织层面：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建议设立"AI游戏实验室"（3-5人），负责技术验证、工具选型、团队培训。美术团队全面转型为"AI增强型美术"。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投资层面：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首年投入$600K-1.2M，预计18个月回本，ROI 1.5-3x。优先投入AI美术和AI测试（ROI最高），AI NPC作为差异化竞争点（ROI较难量化但战略价值最高）。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00B4D8"/>
                </a:solidFill>
                <a:latin typeface="Microsoft YaHei"/>
              </a:defRPr>
            </a:pPr>
            <a:r>
              <a:t>AI for 游戏 深度洞察报告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  <a:latin typeface="Microsoft YaHei"/>
              </a:defRPr>
            </a:pPr>
            <a:r>
              <a:t>xhyha 洞察团队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06878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AI for 游戏 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