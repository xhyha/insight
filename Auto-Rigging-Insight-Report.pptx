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09728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AUTO-RIGGING 自动绑定技术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B4D8"/>
                </a:solidFill>
                <a:latin typeface="Microsoft YaHei"/>
              </a:defRPr>
            </a:pPr>
            <a:r>
              <a:t>业界洞察报告与高校合作立项分析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AI驱动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骨骼生成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端到端绑定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通用化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004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400" b="0">
                <a:solidFill>
                  <a:srgbClr val="B0B0C0"/>
                </a:solidFill>
                <a:latin typeface="Microsoft YaHei"/>
              </a:defRPr>
            </a:pPr>
            <a:r>
              <a:t>报告类型：技术洞察与高校合作立项汇报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调研范围：Maya / Unity / Unreal Engine / Meshy AI / 腾讯混元 / GoSkinning / 网易 / Mixamo / RigNet / 开源生态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核心内容：业界现状 · 技术路线深度对比 · 价值论证 · 最优方案推荐 · 立项规划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编制日期：2026年06月01日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目录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报告结构总览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为什么需要Auto-Rigging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37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价值论证与行业痛点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25296" y="201168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42316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441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业界现状全景扫描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Maya / Unity / Unreal / Meshy / 腾讯混元 / 网易 / 开源等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5296" y="306324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347472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核心技术深度解析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骨骼生成 / 蒙皮权重 / AI方法 / 评估体系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25296" y="411480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4526279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1771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544567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技术方案对比与最优选择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多维度量化对比 · 推荐方案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25296" y="5166359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557784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高校合作立项规划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研究目标 · 技术路线 · 里程碑 · 预期成果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01 为什么需要Auto-Rigging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行业痛点与价值论证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效率瓶颈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手工绑定单个角色需 4-8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复杂角色（四足/多足）需 2-5 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大规模资产场景（100+角色）需数月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自动绑定可将时间压缩至分钟级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技能门槛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绑定师需 3-5年专业训练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骨骼拓扑/蒙皮权重需要深度经验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高级绑定师市场薪资 ¥30-80K/月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Auto-Rigging让非专业人员也能产出可用绑定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规模化困境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UGC生态爆发：用户创建海量3D角色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元宇宙/游戏需要百万级可动角色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手工绑定无法跟上内容生产需求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自动绑定是规模化内容生产的唯一路径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质量一致性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手工绑定质量因人而异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不同绑定师命名规范/骨骼层级不同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标准化困难，流水线协作成本高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AI绑定保证标准化输出，统一质量基线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▎数据支撑：市场趋势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全球3D动画市场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  <a:latin typeface="Microsoft YaHei"/>
              </a:defRPr>
            </a:pPr>
            <a:r>
              <a:t>$450B+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2026年预估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年增长率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D6A0"/>
                </a:solidFill>
                <a:latin typeface="Microsoft YaHei"/>
              </a:defRPr>
            </a:pPr>
            <a:r>
              <a:t>12.5%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CAGR 2024-2030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UGC 3D内容需求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C107"/>
                </a:solidFill>
                <a:latin typeface="Microsoft YaHei"/>
              </a:defRPr>
            </a:pPr>
            <a:r>
              <a:t>10x增长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过去3年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AI 3D工具渗透率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CFF"/>
                </a:solidFill>
                <a:latin typeface="Microsoft YaHei"/>
              </a:defRPr>
            </a:pPr>
            <a:r>
              <a:t>35%→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预计2028年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01 Auto-Rigging 核心价值矩阵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效率 · 成本 · 质量 · 创新 四维价值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60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效率提升 10-100x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手工绑定：4-8小时/角色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AI自动绑定：30秒-5分钟/角色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效率提升：48-960倍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适用于批量生产场景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56032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成本降低 60-80%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减少80%绑定师人工时间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降低美术管线人力成本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UGC创作者无需专业绑定技能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AI绑定 → 人工精修的混合模式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256032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质量标准化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统一骨骼命名/层级规范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蒙皮权重质量一致性保证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兼容主流引擎动画系统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可量化评估，持续迭代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371600"/>
            <a:ext cx="256032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创新解锁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Text-to-Rigged-Character 全自动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实时UGC角色动画生成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非人形角色（四足/多足）自动绑定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A85CFF"/>
                </a:solidFill>
                <a:latin typeface="Microsoft YaHei"/>
              </a:defRPr>
            </a:pPr>
            <a:r>
              <a:t>● 游戏内实时角色定制系统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▎核心应用场景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批量NPC角色绑定，</a:t>
            </a:r>
            <a:br/>
            <a:r>
              <a:t>UGC角色动画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3172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3172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影视VFX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背景角色快速绑定，</a:t>
            </a:r>
            <a:br/>
            <a:r>
              <a:t>预可视化动画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9768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元宇宙/社交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用户自定义虚拟形象，</a:t>
            </a:r>
            <a:br/>
            <a:r>
              <a:t>实时驱动动画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3D产品展示动画，</a:t>
            </a:r>
            <a:br/>
            <a:r>
              <a:t>虚拟主播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教育培训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3D教学内容快速生成，</a:t>
            </a:r>
            <a:br/>
            <a:r>
              <a:t>交互式角色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19556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19556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870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AI 3D生成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870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Text-to-3D管线最后一环，</a:t>
            </a:r>
            <a:br/>
            <a:r>
              <a:t>让生成模型可动起来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业界现状全景扫描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Auto-Rigging技术生态地图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3657600" cy="4572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传统DCC工具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Autodesk Maya (HumanIK/GVB)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Blender Rigify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3ds Max CAT/Biped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657600" cy="45720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游戏引擎内置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96596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UE5 Control Rig / Modular Rig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37744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78892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Unity Animation Rigging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371600"/>
            <a:ext cx="3657600" cy="45720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AI驱动方案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196596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Meshy AI / Anything World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237744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Mixamo (Adobe)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278892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RigNet (学术标杆)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20040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322783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DeepMotion / 腾讯混元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61188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3639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网易伏羲 / GoSkinning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72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▎三条技术路线对比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4892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2004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规则/模板匹配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程序化/节点图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AI/深度学习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HumanIK / 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/ 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★★★★☆（人形极高）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★★★★★（完全可控）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★★★★☆（持续提升）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★★☆☆☆（仅人形）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★★★★☆（可自定义）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★★★★☆（可泛化）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分钟级（拖拽）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秒-分钟级（推理）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低（一键式）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趋势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爆发增长 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Autodesk Maya — 行业标准绑定生态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传统DCC工具的Auto-Rigging能力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3611880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429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HumanIK 骨骼系统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基于模板匹配的人形骨骼系统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支持手指/脚趾/头部等细节控制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自动骨骼映射和重定向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611880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429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Geodesic Voxel Binding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体素空间测地距离计算蒙皮权重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解决表面拓扑噪声问题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质量远超传统Heat 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蒙皮质量：★★★★☆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处理速度：数秒-数十秒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371600"/>
            <a:ext cx="3611880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3429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Quick Rig / mGear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Quick Rig：一键式人形自动绑定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mGear：开源模块化绑定框架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影视/游戏行业广泛使用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mGear已成为事实标准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无AI绑定方案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▎Maya Auto-Rigging 综合评价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65760" y="44348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772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行业标准，精确可控，支持全骨骼层级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GVB质量优秀，但仍需手动微调关键区域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动画兼容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完全兼容所有DCC工作流和引擎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仅HumanIK人形，其他需手动或插件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自动化程度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半自动，需要绑定师经验配合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★☆☆☆☆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无AI方案，Autodesk Research正在探索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$1,875/年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商业订阅制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结论：Maya是传统绑定工具的标杆，质量可控但无AI能力，适合专业绑定师使用，不适合自动化场景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Unity &amp; Unreal Engine — 引擎内置绑定能力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游戏引擎的Auto-Rigging演进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UNITY 引擎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74320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560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Animation Rigging (v6.6)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运行时多约束IK系统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Two Bone IK / Multi-Aim约束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不提供独立自动绑定功能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依赖外部DCC生成骨骼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828800"/>
            <a:ext cx="274320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28800"/>
            <a:ext cx="2560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Humanoid Retargeting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基于模板的人形骨骼映射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自动动画重定向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仅支持人形(Humanoid)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Generic需手动处理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UNREAL ENGINE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828800"/>
            <a:ext cx="269748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828800"/>
            <a:ext cx="25146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9202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Control Rig / Modular Rig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2402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286000"/>
            <a:ext cx="2423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节点图程序化绑定系统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Modular Rig：拖拽式模块组合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模块：Spine/Arm/Leg/Foot/Finger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人形+通用骨骼均可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828800"/>
            <a:ext cx="269748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1828800"/>
            <a:ext cx="25146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19202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ML Deformer Framework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22402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286000"/>
            <a:ext cx="2423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神经网络蒙皮变形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Local/Global Neural Morph Model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影视级肌肉/皮肤变形效果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推荐100K-1M次训练迭代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▎引擎Auto-Rigging能力对比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5760" y="42519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能力维度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Unity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依赖外部DCC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N/A（依赖已有骨骼）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引擎内不优化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手动/半自动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AI神经网络自动优化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Generic需手动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完全自定义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微秒级推理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无（纯程序化）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有（神经变形模型）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轻量/移动端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全平台专业制作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高质量角色变形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结论：UE5的Control Rig+ML Deformer是引擎内绑定的最佳方案，ML Deformer的AI蒙皮质量达影视级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Meshy AI &amp; Mixamo — AI驱动绑定服务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AI自动绑定的商业化先锋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MESHY AI — AI 3D生成+自动绑定一体化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核心路线：AI驱动，Text/Image-to-3D + 自动绑定 + 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支持人形 + 四足自动绑定，500+内置动画库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绑定后可直接应用walk/jump/shoot/dance等动画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0B4D8"/>
                </a:solidFill>
                <a:latin typeface="Microsoft YaHei"/>
              </a:defRPr>
            </a:pPr>
            <a:r>
              <a:t>● Smart Remesh改善模型拓扑以提升绑定质量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插件支持：Blender/Unity/UE/Maya/Godot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商业模式：SaaS ($20/月起) + REST API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C107"/>
                </a:solidFill>
                <a:latin typeface="Microsoft YaHei"/>
              </a:defRPr>
            </a:pPr>
            <a:r>
              <a:t>● G2评分4.8/5，合作伙伴：Nexon/Supercell/Square Enix/Meta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骨骼精度：★★★☆☆  蒙皮质量：★★★☆☆  速度：秒-分钟级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优势：3D生成到绑定动画一条龙  局限：AI生成模型拓扑影响绑定精度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ADOBE MIXAMO — 最成熟的在线绑定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 + 规则混合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上传FBX/OBJ → 自动检测骨骼 → 自动绑定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内置数千个动画Clip，自动Retargeting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要求模型为T-pose或A-pose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6D6A0"/>
                </a:solidFill>
                <a:latin typeface="Microsoft YaHei"/>
              </a:defRPr>
            </a:pPr>
            <a:r>
              <a:t>● 完全免费（Adobe CC订阅用户）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C107"/>
                </a:solidFill>
                <a:latin typeface="Microsoft YaHei"/>
              </a:defRPr>
            </a:pPr>
            <a:r>
              <a:t>● 独立开发者/小团队首选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骨骼精度：★★★★☆  蒙皮质量：★★★★☆  速度：分钟级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优势：免费成熟好用  局限：仅人形、多年未更新、无API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▎AI绑定服务对比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51663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28600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DeepMotion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纯AI驱动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AI+规则混合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AI动捕+Retarget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骨骼类型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人形+四足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通用（任意形状）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数千个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无（需输入视频）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REST API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有+实时SDK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定价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3D生成+绑定一体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成熟稳定免费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视频→3D动画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国内厂商 — 腾讯混元 / 网易 / GoSkinning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中国科技公司的Auto-Rigging布局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365760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4747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腾讯混元 3D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技术路线：AI驱动（扩散模型+3D重建）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混元3D系列：Text-to-3D + Image-to-3D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游戏业务深度积累：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天美/光子工作室群 — 自研绑定工具链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腾讯AI Lab — 3D学术论文发表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北极光 — 自动化美术管线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内部工具质量极高，服务于顶级产品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公开服务尚在发展中，逐步开放API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重点方向：游戏资产生成、UGC工具赋能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网易 — 伏羲AI + 游戏管线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技术路线：规则+模板+内部AI探索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美术管线积累：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逆水寒/永劫无间/阴阳师等顶级产品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雷火/盘古工作室群完整绑定工具链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网易伏羲AI实验室：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面部绑定、人体姿态估计算法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NeRF/3DGS前沿重建研究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内部工具不公开，部分API通过云服务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AI辅助美术管线是重点投入方向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65760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34747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GoSkinning — 轻量蒙皮工具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技术路线：基于几何算法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Heat Map / Voxel-based蒙皮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+ 模板骨骼匹配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专注自动蒙皮权重计算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  （非完整绑定流程）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与传统DCC工具互补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蒙皮质量：★★★☆☆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处理速度：秒级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定位：轻量级工具/插件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主流管线中较少使用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▎国内厂商Auto-Rigging布局总结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65760" y="45262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厂商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核心技术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绑定能力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公开状态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差异化优势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扩散模型+3D重建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内部高质量，公开发展中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部分开放API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顶级游戏产品验证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网易伏羲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规则+AI探索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内部3A级绑定工具链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不公开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MMO/ARPG深厚积累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GoSkinning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几何算法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仅蒙皮权重计算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工具/插件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字节跳动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3D生成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AIGC布局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昆仑万维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海外市场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关键洞察：国内厂商绑定技术多服务于内部产品，公开能力有限；AI驱动是共同方向，但距离Meshy等还有差距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开源/学术方案 — RigNet &amp; Blender Rigify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学术突破与社区生态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7498079" cy="36576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4416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RigNet (SIGGRAPH 2020) — AI自动绑定的学术标杆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● 论文："RigNet: Neural Rigging for Articulated Characters"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● 机构：UMass Amherst / Autodesk Research / University of Toronto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0B4D8"/>
                </a:solidFill>
                <a:latin typeface="Microsoft YaHei"/>
              </a:defRPr>
            </a:pPr>
            <a:r>
              <a:t>● 核心技术：纯AI — 端到端神经网络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架构：Geodesic GCN骨骼预测 + 神经网络蒙皮权重预测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6D6A0"/>
                </a:solidFill>
                <a:latin typeface="Microsoft YaHei"/>
              </a:defRPr>
            </a:pPr>
            <a:r>
              <a:t>● 骨骼类型：通用（不假设形状类别和结构）— 可处理人形/四足/异形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训练数据：ModelsResource-RigNetv1数据集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代码：GitHub开源（GPLv3），也提供商业许可证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C107"/>
                </a:solidFill>
                <a:latin typeface="Microsoft YaHei"/>
              </a:defRPr>
            </a:pPr>
            <a:r>
              <a:t>● 意义：自动绑定领域最重要的学术突破，奠定了AI绑定的基础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● 后续工作：SkinNet、Neural Skeleton等持续推动AI绑定研究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▎RigNet 技术流程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51960"/>
            <a:ext cx="361188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4251960"/>
            <a:ext cx="36118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关节预测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PointNet++ 多尺度采样</a:t>
            </a:r>
            <a:br/>
            <a:r>
              <a:t>→ 热图 H ∈ ℝ^(N×1)</a:t>
            </a:r>
            <a:br/>
            <a:r>
              <a:t>→ NMS → 候选关节集合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572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4251960"/>
            <a:ext cx="361188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361188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完全图构造</a:t>
            </a:r>
            <a:br/>
            <a:r>
              <a:t>→ 图生成网络</a:t>
            </a:r>
            <a:br/>
            <a:r>
              <a:t>→ 边二分类 → 骨骼树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572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251960"/>
            <a:ext cx="361188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51960"/>
            <a:ext cx="361188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D6A0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测地距离编码</a:t>
            </a:r>
            <a:br/>
            <a:r>
              <a:t>→ MLP + Attention</a:t>
            </a:r>
            <a:br/>
            <a:r>
              <a:t>→ 权重矩阵 W ∈ ℝ^(|V|×|J|)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71600"/>
            <a:ext cx="3749039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1371600"/>
            <a:ext cx="3566159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Blender Rigify — 开源绑定标准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1828800"/>
            <a:ext cx="3474719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核心路线：模板+规则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工作流：Meta-Rig → Control Rig → 绑定Mesh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人形为主（有基础四足模板）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蒙皮需手动刷权重：★★★☆☆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一键生成，秒级速度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高度可定制，社区活跃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完全免费（Blender内置）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2519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▎其他学术方案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526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Neural Skeleton — 神经网络骨骼预测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SkinningNet — GNN双向蒙皮预测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NARF — 神经辐射场+骨骼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Skinning Field — 神经蒙皮场(SA)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SmartBody — USC ICT（已停维）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骨骼生成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五大骨骼生成技术路线详解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0574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1. 模板匹配 (SMPL/SCAPE)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预定义骨骼模板 + PCA形状空间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SMPL: β∈ℝ¹⁰体型 + θ∈ℿ关节旋转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精度：对人形&lt;1cm误差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速度：~10ms（矩阵乘法）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局限：仅限人形，需注册对齐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代表：SMPL, SCAPE, Mixamo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371600"/>
            <a:ext cx="20574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2. 体素中轴提取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体素化 → 距离场 → 中轴提取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Laplacian Contraction网格收缩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不依赖人形假设，支持任意拓扑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速度：中-慢（取决于体素分辨率）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局限：中轴噪声大，需后处理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代表：Au et al. 2008, QMAT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371600"/>
            <a:ext cx="20574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3. 深度学习 (RigNet)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PointNet++ → 关节热图 → NMS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图生成网络 → 骨骼连接预测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精度：~2-3%模型尺寸误差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速度：~2-5秒推理(GPU)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局限：训练数据依赖严重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代表：RigNet (SIGGRAPH 2020)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1371600"/>
            <a:ext cx="20574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4. 热图方法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3D体素网格生成关节概率热图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Soft-argmax实现亚体素精度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可解释性强，可视化直观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局限：O(N³)内存开销大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2D领域验证充分，3D扩展有挑战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代表：3D Volumetric Heatmap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371600"/>
            <a:ext cx="20574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5. 图神经网络 (GNN)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网格视为图，消息传递预测骨骼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GCN/GAT/EdgeConv多种变体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天然利用网格拓扑连接关系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局限：过平滑问题，超大图计算慢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代表：SkinningNet, MeshGNN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▎骨骼生成方法综合对比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9377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数据需求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模板匹配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体素中轴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任意形状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热图方法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人形/四足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拓扑感知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蒙皮权重计算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从几何方法到深度学习的蒙皮技术演进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0574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1. 测地距离法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w_j(v) ∝ exp(-d_geo(v,b_j)²/2σ²)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Heat Method: O(n)稀疏求解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算法成熟，库多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忽略关节弯曲复杂行为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371600"/>
            <a:ext cx="20574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2. Geodesic Voxel Binding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体素空间(128³/256³)测地距离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可穿越内部空间（手指间等）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对网格质量不敏感，鲁棒性强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内存O(N³)，分辨率限制精度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371600"/>
            <a:ext cx="20574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3. 热扩散法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(M-tL)u^(n+1) = M·u^n + t·S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权重天然平滑连续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多骨骼可并行求解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可能过度模糊，丧失锐利边界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1371600"/>
            <a:ext cx="20574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4. 深度学习蒙皮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RigNet: Geodesic Encoding + Attention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SkinningNet: 双向GNN (顶点↔骨骼)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精度最高，接近手工绑定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训练数据成本高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371600"/>
            <a:ext cx="20574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5. LBS vs DQS 变形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● LBS: v'=Σw_j·T_j·v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LBS有体积坍缩/糖纸效应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DQS: 对偶四元数保持刚体性质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DQS计算成本更高但质量好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▎蒙皮权重方法综合对比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52628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鲁棒性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需训练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测地距离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Method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热扩散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Bone Heat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深度学习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RigNet/SkinningNet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6576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▎LBS vs DQS 变形方法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65760" y="603504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体积保持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计算成本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GPU支持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兼容性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差（坍缩）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所有引擎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DQS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好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大幅改善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需自定义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需额外支持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Neural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需推理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研究阶段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AI前沿技术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Transformer / GNN / 扩散模型 / 自监督学习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0574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Transformer 骨骼预测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Transformer: 局部自注意力+KNN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Mesh Transformer: 面片Patch作Token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Skeleton Transformer: 关节间全局关系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vs PointNet++: 全局建模更强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vs GCN: 长距离依赖更好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代价: O(n²)计算量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371600"/>
            <a:ext cx="20574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PointNet++ 3D点云处理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Set Abstraction: FPS+Ball Query+PointNet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Multi-Scale Grouping: 多半径特征聚合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Feature Propagation: 插值上采样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RigNet骨干网络：4层SA + 4层FP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层次化局部特征学习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无旋转等变性（需数据增强）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371600"/>
            <a:ext cx="20574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GCN 骨骼关系建模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骨骼图: 关节=节点, 骨骼=边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消息传递: 邻居聚合→节点更新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EdgeConv/GAT多种变体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天然利用网格拓扑连接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过平滑限制网络深度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1371600"/>
            <a:ext cx="20574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扩散模型潜力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条件骨骼生成：网格→关节位置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蒙皮权重去噪：骨骼→权重W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完整角色生成+绑定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多样性+高质量+可控性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可变长度输出是核心挑战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Text-to-Rigged-Character潜力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371600"/>
            <a:ext cx="20574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自监督 &amp; 迁移学习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对比学习：同角色不同姿态骨骼一致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几何一致性：无需标注的多姿态约束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跨物种迁移：人形→四足→异形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解决标注数据稀缺核心问题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域自适应：合成→真实数据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MAML快速适应新物种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▎前沿研究方向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41148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核心挑战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预期突破时间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骨骼拓扑不确定,语义缺失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对称性检测+形态学分析+扩散拓扑生成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1-2年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&lt;100ms端到端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轻量网络+TensorRT+解析方法修正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1年内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端到端统一学习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多阶段误差累积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统一图/能量最小化/共享编码器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形态差异大,数据少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元学习+连续物种嵌入+合成数据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质量评估体系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Auto-Rigging效果的科学量化评估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骨骼位置精度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MPJPE: 关节位置平均误差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PCK@α: 正确关键点百分比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PA-MPJPE: Procrustes对齐后误差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BLE: 骨骼长度误差率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Topo_Acc: 骨骼连接正确率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37160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蒙皮权重误差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L2 Weight Error: Frobenius范数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Per-Vertex Max Error: 逐顶点最大误差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Important Bone Error: 高影响骨骼误差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Weight Entropy: 权重分散度评估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Consistency: 邻顶点权重一致性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动画质量 (LBS Artifact)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Volume Preservation: 体积变化率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Laplacian Distortion: 拉普拉斯扭曲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Collision Rate: 自交面比例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ADE: 动画序列变形误差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 Score: 感知质量分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37160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泛化能力评估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标准人形 → 夸张比例 → 服饰遮挡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非标准姿态 → 四足动物 → 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低面数模型 → 扫描噪声数据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跨数据集零样本测试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Leave-one-out交叉验证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▎各方法性能基准对比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34340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预处理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推理时间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后处理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GPU内存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 fitting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Diffusion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~2GB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Geodesic Voxel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~9s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~8GB(256³)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实时方案(设计)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&lt;0.03s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3657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▎核心数据集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65760" y="6309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标注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骨骼+蒙皮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~2000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DeformingThings4D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动物+人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4D动画+骨骼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dataset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~2700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04 技术方案全面对比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多维度量化评估 — 选拔最优方案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280160"/>
          <a:ext cx="106984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548640"/>
                <a:gridCol w="548640"/>
                <a:gridCol w="548640"/>
                <a:gridCol w="1188720"/>
                <a:gridCol w="1188720"/>
                <a:gridCol w="731520"/>
                <a:gridCol w="548640"/>
                <a:gridCol w="10972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四足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综合推荐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专业制作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引擎内最佳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影视级蒙皮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学术标杆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开源首选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937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▎最优方案评选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525780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🏆 学术研究最佳 — RigNet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纯AI端到端，通用骨骼支持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开源可用，学术影响力最大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最适合高校合作研究起点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在其基础上改进/扩展空间大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525780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🏆 引擎内最佳 — UE5生态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Control Rig: 程序化绑定标杆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ML Deformer: AI蒙皮影视级质量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免费引擎内置，完整生态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适合产业落地和引擎集成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525780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🏆 AI一体化最佳 — Meshy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3D生成→绑定→动画全链路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API驱动，适合规模化集成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人形+四足支持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商业化最成熟，但质量待提升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525780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🏆 综合推荐 — AI混合方案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骨骼：改进RigNet (Transformer)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蒙皮：DL+GVB混合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引擎集成：UE5 ML Deformer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通用化：扩散模型+元学习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04 推荐技术路线 — AI混合方案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基于调研的最优技术组合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▎推荐方案：改进RigNet + 混合蒙皮 + UE5集成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91640"/>
            <a:ext cx="1143000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11430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Phase 1: 骨骼生成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输入Mesh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PointNet++</a:t>
            </a:r>
            <a:br/>
            <a:r>
              <a:t>+ Transformer</a:t>
            </a:r>
            <a:br/>
            <a:r>
              <a:t>多尺度特征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关节热图</a:t>
            </a:r>
            <a:br/>
            <a:r>
              <a:t>+ NMS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  <a:br/>
            <a:r>
              <a:t>MST+GNN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完整骨骼树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200400"/>
            <a:ext cx="1143000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200400"/>
            <a:ext cx="114300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Phase 2: 蒙皮权重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骨骼树</a:t>
            </a:r>
            <a:br/>
            <a:r>
              <a:t>+Mesh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03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60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测地距离</a:t>
            </a:r>
            <a:br/>
            <a:r>
              <a:t>初始权重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DL修正</a:t>
            </a:r>
            <a:br/>
            <a:r>
              <a:t>Attention</a:t>
            </a:r>
            <a:br/>
            <a:r>
              <a:t>+ MLP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Voxel Binding</a:t>
            </a:r>
            <a:br/>
            <a:r>
              <a:t>后处理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最终蒙皮</a:t>
            </a:r>
            <a:br/>
            <a:r>
              <a:t>权重W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709160"/>
            <a:ext cx="11430000" cy="11887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4709160"/>
            <a:ext cx="114300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Phase 3: 引擎集成与优化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FBX/USD导出</a:t>
            </a:r>
            <a:br/>
            <a:r>
              <a:t>兼容主流引擎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608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7180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  <a:br/>
            <a:r>
              <a:t>训练优化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03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运行时实时</a:t>
            </a:r>
            <a:br/>
            <a:r>
              <a:t>推理部署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6948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2668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质量验证</a:t>
            </a:r>
            <a:br/>
            <a:r>
              <a:t>+ 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69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75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21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生产就绪</a:t>
            </a:r>
            <a:br/>
            <a:r>
              <a:t>完整管线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核心优势：① RigNet+Transformer提升骨骼泛化能力  ② DL+GVB混合蒙皮兼顾精度和鲁棒性  ③ UE5 ML Deformer保证影视级质量  ④ 扩散模型预研面向通用化未来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05 高校合作立项 — 研究目标与课题设计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以RigNet为基线的改进研究方向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749039" cy="219456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566159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课题一：通用骨骼生成网络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突破人形限制，实现任意拓扑角色自动骨骼生成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改进RigNet → Point Transformer V3骨干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引入对称性检测先验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连续物种嵌入空间设计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元学习快速适应新物种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749039" cy="219456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566159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课题二：高质量神经蒙皮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实现接近手工绑定的蒙皮权重质量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测地距离+DL混合蒙皮方案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双向GNN(顶点↔骨骼)交互建模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Artifact感知损失函数设计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自监督一致性约束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749039" cy="219456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3566159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课题三：端到端实时绑定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实现&lt;100ms实时自动绑定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轻量化网络设计(&lt;1M参数)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TensorRT推理优化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解析方法+学习修正混合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移动端NPU部署适配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▎预期创新点与学术贡献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65760" y="416052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创新点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学术贡献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产业价值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通用骨骼生成网络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首个支持任意拓扑的端到端骨骼预测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UGC/元宇宙海量角色绑定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混合蒙皮方案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DL+几何方法最优融合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游戏/影视生产管线提效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实时推理方案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100ms内完成绑定的新方法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游戏内实时角色定制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自监督训练范式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减少90%标注数据需求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降低训练成本，加速落地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连续物种嵌入+元学习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支持游戏全品类角色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核心思路：以RigNet为基线，引入Transformer/GNN/扩散模型等前沿技术，实现通用化+高质量+实时化的突破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05 高校合作立项 — 里程碑规划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12个月研究计划与交付物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Phase 1: 基线搭建 (M1-M3)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复现RigNet基线模型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构建统一评估基准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数据集收集与清洗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文献综述完成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交付：基线代码+评估脚本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7160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Phase 2: 通用骨骼 (M4-M6)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 V3骨干替换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对称性检测先验引入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非人形数据集扩充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初步实验与消融分析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交付：论文初稿+骨骼模型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37160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Phase 3: 高质量蒙皮 (M7-M9)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DL+GVB混合蒙皮实现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双向GNN蒙皮网络训练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自监督训练策略验证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Artifact评估体系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交付：蒙皮模型+对比实验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81160" y="137160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Phase 4: 系统集成 (M10-M12)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端到端管线集成与优化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UE5插件原型开发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实时推理优化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论文投稿+开源发布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交付：完整系统+论文+开源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▎预期交付成果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47091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371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成果类型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具体内容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质量要求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SIGGRAPH/ACM TOG/CVPR顶级会议/期刊论文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CCF-A类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开源代码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完整Auto-Rigging框架，含训练/推理/评估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500+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多物种角色绑定数据集（含非人形）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1000+模型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引擎插件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UE5/Blender自动绑定插件原型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可用Demo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通用骨骼生成/混合蒙皮相关发明专利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已受理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技术报告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完整技术方案文档与评估报告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1份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含对比实验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05 高校合作立项 — 资源需求与风险管理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确保研究顺利推进的保障措施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▎资源需求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8×A100 80GB（训练）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2×RTX 4090（推理验证）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存储: 10TB+（数据集+模型）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预算: ~¥50-80万/年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55448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人力资源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博士生: 2名（核心研究）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硕士生: 3-4名（工程+实验）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工程师: 1名（系统集成）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企业导师: 1名（产业对接）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55448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数据资源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公开数据集: RigNet/Mixamo/D4D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企业内部数据: 游戏角色资产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合成数据: SMPL/SMAL参数化生成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标注工具: 半自动标注管线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155448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合作模式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联合实验室：长期合作平台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课题委托：具体课题付费研究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人才联合培养：实习+就业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IP共享：专利+论文联合署名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▎风险管理矩阵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16052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7315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应对策略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训练数据不足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合成数据+自监督+迁移学习三重保障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非人形泛化差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渐进式扩展：人形→四足→异形，元学习快速适应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实时性能不达标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模型蒸馏+TensorRT+解析方法备用方案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论文发表困难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多会议/期刊并行投稿，备选CCF-B/C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引擎集成复杂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分阶段集成，先验证核心功能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产业落地差距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企业导师全程参与，定期产业评审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总结与建议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B4D8"/>
                </a:solidFill>
                <a:latin typeface="Microsoft YaHei"/>
              </a:defRPr>
            </a:pPr>
            <a:r>
              <a:t>Auto-Rigging是3D内容生产管线的关键使能技术，AI驱动是确定性趋势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411480" cy="4114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786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行业痛点明确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606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手工绑定效率低、门槛高、无法规模化，Auto-Rigging是3D内容生产的刚需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64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技术路线清晰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2918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AI驱动（RigNet+Transformer）是最佳方向，混合方案（DL+几何）保证质量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411480" cy="41148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950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产学研机会大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9776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通用非人形绑定、实时绑定、端到端学习均有大量学术创新空间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17720"/>
            <a:ext cx="411480" cy="41148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63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CFF"/>
                </a:solidFill>
                <a:latin typeface="Microsoft YaHei"/>
              </a:defRPr>
            </a:pPr>
            <a:r>
              <a:t>产业价值巨大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663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游戏/影视/元宇宙/UGC/电商等场景对自动绑定需求爆发式增长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03520"/>
            <a:ext cx="411480" cy="41148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492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218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444"/>
                </a:solidFill>
                <a:latin typeface="Microsoft YaHei"/>
              </a:defRPr>
            </a:pPr>
            <a:r>
              <a:t>竞争格局有利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349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国内厂商公开能力有限，抢先布局可建立技术壁垒和生态优势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43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▎建议下一步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17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① 确定合作高校与研究团队  ② 签署联合实验室协议  ③ 启动Phase 1基线搭建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④ 同步启动数据集收集与清洗  ⑤ 申请研究经费与计算资源  ⑥ 制定详细周报/月报机制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