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1028700"/>
            <a:ext cx="5486400" cy="30861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2571750"/>
            <a:ext cx="4572000" cy="257175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游戏资产智能生产技术洞察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自动蒙皮 · 程序化骨骼 · 智能绑定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报告日期: 2026年5月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报告类型: 技术战略分析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游戏资产智能生产技术洞察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自动蒙皮 · 程序化骨骼 · 智能绑定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报告日期: 2026年5月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报告类型: 技术战略分析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                                           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内存占用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质量评分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传统LBS手工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N/A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N/A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85-95分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DQS自动权重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150MB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78-88分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AI蒙皮(训练)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45秒(GPU)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8GB VRAM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AI蒙皮(推理)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2GB VRAM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AI蒙皮质量优于大多数美术手工权重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推理阶段延迟可接受 (&lt;1秒)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训练阶段需要大量GPU资源 (8GB VRAM)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DQS质量低于AI但速度极快，适合快速预览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技术成熟度全景图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业界现状分析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业界现状 / Industry Landscape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市场趋势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   市场驱动因素     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业界现状 - 效率对比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- 技术原理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AI蒙皮技术原理 / AI Skinning 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 vs DQS vs AI蒙皮对比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蒙皮技术演进对比      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- 技术流程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- 性能基准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- 竞品分析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- 集成建议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AI蒙皮集成路线 / Integration Roadmap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分阶段实施策略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  AI蒙皮实施路线图   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 - 技术分类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 - 算法流程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 - 竞品分析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 - 自动化边界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骨骼绑定系统 - 系统架构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骨骼绑定系统 - 竞品分析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骨骼绑定系统 - 集成架构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骨骼绑定集成架构 / Integration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推荐架构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智能骨骼绑定系统集成架构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跨引擎资产管线 - 格式对比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跨引擎资产管线 - 转换架构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实时性能优化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实时性能优化 / Real-time Performance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性能瓶颈分解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骨骼动画性能瓶颈分解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实时性能优化 - 性能基准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风险与建议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风险热力图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风险热力图 / Risk Heatmap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综合风险评估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  技术领域风险热力图 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技术监控指标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技术优先级矩阵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高模几何体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骨骼结构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097280"/>
            <a:ext cx="146304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97280"/>
            <a:ext cx="1463040" cy="8229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097280"/>
            <a:ext cx="146304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自动权重映射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AI蒙皮技术流程: 输入 - GNN特征提取 - 注意力机制 - 权重预测 - 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(图卷积网络): 处理非欧几里得几何数据，捕获空间邻接关系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注意力机制: 自动聚焦重要顶点，学习骨骼间权重交互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端到端训练: 无需手工特征工程，自动学习最优表示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 / Key Conclusions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五大核心结论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                      核心技术结论                                       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DQS/程序化骨骼成熟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技术成熟度演进时间线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游戏资产自动蒙皮、自动骨骼生成与绑定技术洞察报告</dc:title>
  <dc:subject>技术战略分析</dc:subject>
  <dc:creator>游戏资产技术洞察团队</dc:creator>
  <cp:lastModifiedBy>游戏资产技术洞察团队</cp:lastModifiedBy>
  <cp:revision>1</cp:revision>
  <dcterms:created xsi:type="dcterms:W3CDTF">2026-05-20T08:09:30Z</dcterms:created>
  <dcterms:modified xsi:type="dcterms:W3CDTF">2026-05-20T08:09:30Z</dcterms:modified>
</cp:coreProperties>
</file>