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AI游戏助手创新与技术点深度分析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C107"/>
                </a:solidFill>
                <a:latin typeface="Microsoft YaHei"/>
              </a:defRPr>
            </a:pPr>
            <a:r>
              <a:t>Innovation &amp; Technology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Current Innovations, Future Opportunities &amp; AI-Enabled Breakthroughs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97680"/>
            <a:ext cx="36576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报告日期: 2025年01月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版本: v3.0 companion report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FFC107"/>
                </a:solidFill>
                <a:latin typeface="Microsoft YaHei"/>
              </a:defRPr>
            </a:pPr>
            <a:r>
              <a:t>AI游戏助手创新分析专题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84048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INNOVATION FOCUS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当前已落地的8大创新点盘点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10项核心技术深度剖析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12个可扩展创新方向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AI能力边界与突破路径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2025-2027技术实现路线图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591056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当前已落地的创新点盘点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游戏内容侧 + 硬件/平台侧，8大创新点全面梳理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414016"/>
            <a:ext cx="4572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176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核心技术点深度剖析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14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已成熟技术5项 + 前沿探索技术5项，技术栈全景解析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3236976"/>
            <a:ext cx="45720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999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可扩展创新方向(短期)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6个短期(3-6月)可快速落地的创新方向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4059936"/>
            <a:ext cx="4572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3822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可扩展创新方向(中长期)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60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6个中长期(6-18月)高回报创新方向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882896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AI可实现的创新突破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83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AI能力边界分析 — 当前能做 vs 即将能做 vs 未来展望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5705856"/>
            <a:ext cx="4572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技术实现路线图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806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2025-2027分阶段技术路线图与ROI排序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01 当前已落地的创新点 — 游戏内容侧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AI在游戏内容侧的4大创新应用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NPC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 NPC对话系统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生成式开放域对话替代脚本树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NPC具备记忆/情感/性格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网易逆水寒/Inworld AI已验证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★★★☆☆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280160"/>
            <a:ext cx="283464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AIGC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AI动态内容生成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LLM生成任务/剧情/道具描述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AI美术辅助概念设计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Roblox Cube 3D生成3D物件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★★★★★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★★☆☆☆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8346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AI智能攻略系统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RAG+游戏知识库实现精准问答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实时屏幕理解+攻略推荐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腾讯王者荣耀AI已上线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★★★★☆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80160"/>
            <a:ext cx="283464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AI游戏画面生成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Google GameNGen用扩散模型生成DOOM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AI超分辨率(DLSS/FSR)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实时帧生成提升画质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★★★★★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★★☆☆☆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内容侧洞察: AI NPC对话和AI画面生成是创新度最高的两个方向 | 智能攻略系统成熟度最高，已进入规模化应用阶段 | AIGC内容生成正从辅助工具向核心生产管线迁移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01 当前已落地的创新点 — 硬件/平台侧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AI在硬件和平台层面的4大创新应用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端侧AI推理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手机NPU实现&lt;100ms本地LLM推理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红魔AI智能调度/ROG AI散热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Samsung Gauss端侧模型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★★★☆☆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280160"/>
            <a:ext cx="283464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AI语音游戏助手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语音唤醒+自然语言游戏操控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AI实时语音翻译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Xbox Copilot语音集成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★★★☆☆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8346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Perf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AI性能优化引擎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AI预测性资源调度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智能帧率/温控/功耗管理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一加HyperBoost/小米Game Turbo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★★★★☆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80160"/>
            <a:ext cx="2834640" cy="4206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80160"/>
            <a:ext cx="283464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AI反作弊系统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1783080"/>
            <a:ext cx="246888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2880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已落地创新: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ML行为分析检测异常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EA Anticheat/VACnet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实时模式识别+自动封禁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创新度: ★★★★☆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★★★☆☆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硬件侧洞察: 端侧AI推理是硬件创新的核心驱动力 | AI性能优化引擎成熟度最高，已成为游戏手机标配 | AI语音助手和反作弊系统正处于快速迭代期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核心技术点深度剖析 — 已成熟技术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5项已具备规模化应用基础的核心技术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LLM推理引擎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技术成熟度: 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80160"/>
            <a:ext cx="886968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00B4D8"/>
                </a:solidFill>
                <a:latin typeface="Microsoft YaHei"/>
              </a:defRPr>
            </a:pPr>
            <a:r>
              <a:t>代表: GPT-4o / Claude / Qwen2.5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游戏应用: NPC对话 / 攻略问答 / 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关键瓶颈: 延迟 / 成本 / 幻觉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228600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RAG检索增强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技术成熟度: 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331720"/>
            <a:ext cx="886968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代表: LangChain + Milvus / FAISS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游戏应用: 精准攻略 / 知识问答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关键瓶颈: 知识库更新 / 向量质量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228600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端侧推理优化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技术成熟度: 中高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83280"/>
            <a:ext cx="886968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342900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代表: vLLM / llama.cpp / ONNX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游戏应用: 离线NPC / 低延迟响应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关键瓶颈: 模型精度 / 设备碎片化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39"/>
            <a:ext cx="228600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62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计算机视觉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92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技术成熟度: 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434839"/>
            <a:ext cx="886968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4480559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代表: YOLOv8 / GPT-4V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游戏应用: 画面理解 / 状态识别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关键瓶颈: 实时性 / GPU占用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25779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2286000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语音交互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技术成熟度: 中高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5486400"/>
            <a:ext cx="886968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553212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9B59B6"/>
                </a:solidFill>
                <a:latin typeface="Microsoft YaHei"/>
              </a:defRPr>
            </a:pPr>
            <a:r>
              <a:t>代表: Whisper / ChatTTS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游戏应用: 语音操控 / NPC对话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关键瓶颈: 游戏噪音 / 情感表达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核心技术点深度剖析 — 前沿探索技术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5项有望重塑游戏AI的前沿技术方向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世界模型 (World Models)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成熟度: ★☆☆☆☆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代表: Google Genie / Decart Oasis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潜力: AI实时生成整个游戏世界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突破点: 长序列一致性 / 交互可控性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多模态Agent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成熟度: ★★☆☆☆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代表: GPT-4o / Gemini 2.0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潜力: AI自主玩游戏+教玩家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突破点: 实时视频理解+动作决策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6576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MCP协议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成熟度: ★★☆☆☆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代表: Anthropic MCP / Unity AI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潜力: AI标准化接入游戏引擎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突破点: 生态互通 / 实时数据交互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11480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4114800"/>
            <a:ext cx="36576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  <a:latin typeface="Microsoft YaHei"/>
              </a:defRPr>
            </a:pPr>
            <a:r>
              <a:t>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个性化LLM微调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61772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6634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成熟度: ★★★☆☆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代表: LoRA / QLoRA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潜力: 每个玩家专属AI助手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突破点: 少样本学习 / 隐私保护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11480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4114800"/>
            <a:ext cx="36576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  <a:latin typeface="Microsoft YaHei"/>
              </a:defRPr>
            </a:pPr>
            <a:r>
              <a:t>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AI Agent框架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61772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6634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9B59B6"/>
                </a:solidFill>
                <a:latin typeface="Microsoft YaHei"/>
              </a:defRPr>
            </a:pPr>
            <a:r>
              <a:t>成熟度: ★★☆☆☆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代表: ReAct / LangGraph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潜力: AI自主规划游戏行为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突破点: 长期记忆 / 多步推理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短期可扩展创新方向（3-6月）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已有技术基础，可快速落地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AI游戏教练2.0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在当前攻略问答基础上: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实时屏幕截图分析 → AI自动识别操作错误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给出即时改进建议 → 追踪进步曲线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GPT-4V截图理解 + RAG攻略库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★★★★☆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80160"/>
            <a:ext cx="36576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AI队友匹配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分析玩家游戏风格(激进/保守/辅助)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AI推荐最佳队友组合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匹配后AI辅助沟通(自动翻译/战术提示)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玩家行为Embedding + 相似度匹配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AI攻略视频自动生成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输入游戏关卡/BOSS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AI自动录制最优通关路径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AI配音解说 → 自动剪辑生成攻略视频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游戏录像 + LLM解说 + TTS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6576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AI游戏客服升级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FAQ式客服升级为: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多轮对话理解 → 自动定位Bug/异常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生成修复建议/工单 → 情绪识别+安抚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LLM + 意图分类 + 情感分析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749039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AI游戏本地化自动化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游戏文本/配音/UI一键多语言翻译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AI保持游戏语境和文化适配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自动QA检查翻译一致性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LLM翻译 + 术语表 + 人工审核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36576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AI社区内容审核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游戏社区/论坛UGC自动审核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AI识别违规/低质/广告内容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智能分级处理(自动删/人工审/放行)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多模态分类模型 + 规则引擎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可行性: ★★★★★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04 中长期可扩展创新方向（6-18月）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需要技术攻关，高回报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 Agent自主游戏伙伴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 Agent自主操作游戏角色 → 观察学习配合方式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玩家离线时自动刷日常 → 上线汇报+交接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RL + 模仿学习 + LLM规划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★★☆☆☆ | 潜在颠覆性: ★★★★★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80160"/>
            <a:ext cx="36576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AI实时赛事解说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观看电竞赛事 → AI实时分析战况 → 专业解说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多语言同步解说 → 自动精彩集锦剪辑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VLM + LLM + TTS + 实时流处理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★★★☆☆ | 潜在颠覆性: ★★★★☆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AI个性化游戏难度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7556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实时监测心率/操作精度/死亡频率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AI动态调整敌人AI/资源/关卡难度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维持心流体验 → 每个玩家独一无二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玩家建模 + DDA + 实时推理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★★★☆☆ | 潜在颠覆性: ★★★★★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6576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AI驱动UGC平台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玩家用自然语言描述想要的关卡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AI生成可玩的完整关卡 → 评分推荐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优质UGC自动推荐 → 形成创作者生态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LLM + PCG + 3D生成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★★☆☆☆ | 潜在颠覆性: 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749039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AI游戏内社交撮合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分析玩家社交偏好/游戏风格/在线时间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AI主动撮合志同道合玩家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组织AI辅助公会活动/副本团 → 自动调解矛盾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社交图谱 + 推荐系统 + LLM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★★★☆☆ | 潜在颠覆性: ★★★★☆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36576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673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AI游戏叙事引擎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60519"/>
            <a:ext cx="3657600" cy="1874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224527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玩家选择实时影响剧情走向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AI动态生成后续剧情分支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→ NPC根据历史行为调整态度 → 千人千面叙事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LLM + 叙事图谱 + 情感计算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可行性: ★★☆☆☆ | 潜在颠覆性: ★★★★★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AI能力边界内的突破性创新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当前AI已能实现 vs 即将能实现(12-18月)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5212080"/>
          </a:xfrm>
          <a:prstGeom prst="rect">
            <a:avLst/>
          </a:prstGeom>
          <a:solidFill>
            <a:srgbClr val="10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6928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● 当前AI已能实现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自然语言对话 (NPC/攻略/客服)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LLM已完全胜任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游戏画面理解与状态识别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VLM已可用，需优化延迟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语音交互 (ASR+TTS)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Whisper/ChatTTS已成熟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文本/剧情/道具描述生成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LLM直接生成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玩家行为分析与画像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ML模型已成熟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多语言翻译/本地化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LLM翻译质量接近人工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120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游戏性能优化 (帧率/温控/功耗)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端侧ML已落地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反作弊行为检测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89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ML异常检测已实用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2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280160"/>
            <a:ext cx="566928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● AI即将能实现 (12-18月)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 Agent自主操作游戏角色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RL+LLM融合，原型已出现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5786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实时视频分析+解说生成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8072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多模态LLM，需降低延迟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2369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2369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动态个性化难度调节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4655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技术就绪，需游戏引擎深度集成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895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AI生成可玩关卡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1239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PCG+LLM，质量需提升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53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情感化NPC (可感知玩家情绪)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782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情感计算+多模态融合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2120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2120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AI游戏叙事实时分支生成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440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LLM+叙事图谱，一致性挑战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AI能力边界外的前沿方向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当前不可实现但值得关注的技术方向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4846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完全自主的AI游戏设计师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AI独立设计完整游戏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(玩法/关卡/美术/音效/剧情)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当前瓶颈: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长程一致性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创意质量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可玩性验证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预计突破时间: 5-10年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4846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AI实时生成AAA级画面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神经渲染实时生成主机级画质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当前瓶颈: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计算量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一致性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细节精度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预计突破时间: 3-5年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4846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AI完全替代人类电竞选手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AI在MOBA/FPS等复杂竞技中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稳定战胜顶级人类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当前瓶颈: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实时决策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团队协作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泛化能力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预计突破时间: 3-7年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前沿洞察: AAA画面生成有望最先突破(3-5年) | AI游戏设计师需要最长时间(5-10年) | 电竞AI取决于团队协作突破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AI游戏助手技术创新路线图 2025-2027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分阶段技术路线图与就绪度评估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2025 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D6A0"/>
                </a:solidFill>
                <a:latin typeface="Microsoft YaHei"/>
              </a:defRPr>
            </a:pPr>
            <a:r>
              <a:t>技术就绪度: ★★★★★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201168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攻略问答MVP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AI客服升级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AI本地化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2025 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技术就绪度: ★★★★☆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200400"/>
            <a:ext cx="201168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611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多模态攻略(截图理解)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AI队友匹配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AI内容审核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2026 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107"/>
                </a:solidFill>
                <a:latin typeface="Microsoft YaHei"/>
              </a:defRPr>
            </a:pPr>
            <a:r>
              <a:t>技术就绪度: ★★★☆☆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00400"/>
            <a:ext cx="2011680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611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Agent游戏伙伴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个性化难度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AI赛事解说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2026 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Microsoft YaHei"/>
              </a:defRPr>
            </a:pPr>
            <a:r>
              <a:t>技术就绪度: ★★☆☆☆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3200400"/>
            <a:ext cx="201168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611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UGC平台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AI叙事引擎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情感NPC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4560"/>
                </a:solidFill>
                <a:latin typeface="Microsoft YaHei"/>
              </a:defRPr>
            </a:pPr>
            <a:r>
              <a:t>技术就绪度: ★☆☆☆☆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200400"/>
            <a:ext cx="2011680" cy="274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611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世界模型游戏生成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千人千面游戏体验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548640" y="3319272"/>
            <a:ext cx="10972800" cy="27432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61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路线图洞察: 2025 H1是最佳启动窗口期 — 3个高就绪度方向可同时推进 | 2025 H2进入多模态升级阶段 | 2026年AI Agent和个性化成为核心 | 2027年世界模型有望实现颠覆性突破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107"/>
                </a:solidFill>
                <a:latin typeface="Microsoft YaHei"/>
              </a:defRPr>
            </a:pPr>
            <a:r>
              <a:t>总结：AI游戏助手的创新图谱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已落地的核心创新 (6项)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1. AI NPC生成式对话 — LLM驱动开放域交互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2. RAG驱动的精准攻略 — 知识库+实时检索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3. 端侧AI推理优化 — NPU本地化推理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4. AI语音游戏助手 — 语音唤醒+操控+翻译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5. AI性能调度引擎 — 帧率/温控/功耗智能管理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6. ML反作弊系统 — 行为分析+实时检测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8640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最值得投入的创新方向 (按ROI排序)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🥇 AI游戏教练2.0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短期高回报，技术成熟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🥈 AI Agent自主伙伴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长期颠覆性，需攻关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🥉 AI个性化难度调节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差异化竞争力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UGC内容平台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生态级创新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Microsoft YaHei"/>
              </a:defRPr>
            </a:pPr>
            <a: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AI叙事引擎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叙事革命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54864" cy="1645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AI已能覆盖游戏助手80%的功能需求，剩下20%的颠覆性创新需要多模态Agent+世界模型技术突破。当前最优先投入方向是「AI游戏教练2.0」—— 技术成熟、用户需求明确、商业价值可量化。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AI游戏助手创新与技术点深度分析 v3.0 companion report | 2025年01月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