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" cy="4114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AI游戏助手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行业洞察报告 2024-2025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Industry Insight Report: AI Game Assistants — Technology, Market &amp;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297680"/>
            <a:ext cx="3657600" cy="274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报告日期: 2025年01月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版本: v3.0 | 密级: 内部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06D6A0"/>
                </a:solidFill>
                <a:latin typeface="Microsoft YaHei"/>
              </a:defRPr>
            </a:pPr>
            <a:r>
              <a:t>团队多轮Review通过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828800"/>
            <a:ext cx="384048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0116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KEY INSIGHTS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全球AI游戏市场规模预计2026年达$20亿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LLM+CV多模态融合是核心技术方向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NVIDIA/Microsoft/腾讯/网易竞相布局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NPC从脚本化走向自主智能体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端侧推理+云端LLM混合架构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红魔/ROG/三星等手机厂商AI游戏助手竞相发力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572768"/>
            <a:ext cx="4572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行业概述与市场格局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642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AI游戏助手定义、市场规模、发展阶段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304288"/>
            <a:ext cx="45720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084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业界竞品深度分析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95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国内外主要玩家、平台生态竞品、手机厂商AI游戏助手、差异化策略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3035808"/>
            <a:ext cx="45720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2816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核心技术架构解析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127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LLM、CV、多模态、RAG、实时推理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767328"/>
            <a:ext cx="45720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547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典型应用场景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858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AI NPC、智能攻略、语音助手、内容生成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498848"/>
            <a:ext cx="457200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279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技术挑战与风险管理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5902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延迟、幻觉、安全、成本、风险矩阵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5230368"/>
            <a:ext cx="4572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010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未来趋势与战略建议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3218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技术演进路线、场景优先级、MVP定义、商业机会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576072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5961888"/>
            <a:ext cx="45720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5742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团队Review与质量保障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60533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多轮检查机制、Review记录、参考资料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01 行业概述与市场格局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 — 重新定义游戏体验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011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AI游戏助手定义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AI游戏助手是指利用人工智能技术，为玩家提供游戏过程中的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实时指导、智能交互、内容生成等增强体验的系统。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核心能力: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游戏场景实时感知与理解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自然语言对话式交互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个性化策略推荐与引导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动态内容生成与剧情推进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2011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市场规模与增速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全球AI游戏市场 (2024)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2024年: ~$12亿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2026年预计: ~$20亿 (CAGR ~28%)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2030年预计: ~$65亿+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驱动因素: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LLM技术突破 (GPT-4/Claude/Gemini)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GPU算力增长与成本下降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玩家对个性化体验需求激增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数据来源: Fortune Business Insights/Grand View Research, 含AI NPC/攻略/PCG等狭义口径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1124712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03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AI游戏助手发展演进路线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1088136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Phase 1 (2018-2022): 规则引擎时代 — 基于脚本的游戏提示系统，预设问答对，无学习能力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Phase 2 (2022-2024): LLM接入时代 — ChatGPT等LLM接入游戏，实现自然语言交互，但缺乏游戏感知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Phase 3 (2024-2025): 多模态融合时代 — 屏幕理解+语音+文本多模态，实时感知游戏状态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Phase 4 (2025+): 自主智能体时代 — AI Agent自主探索游戏世界，主动引导玩家，生成动态内容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关键里程碑: NVIDIA G-Assist (2024.6) | Microsoft Xbox Copilot (2024.5) | Google GameNGen (2024.8) | Inworld AI (2023+)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业界竞品深度分析 — 国际玩家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全球主要AI游戏助手产品对比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NVIDIA G-Assist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2024年6月 (Computex)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硬件级AI游戏助手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RTX GPU端侧推理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游戏设置优化、实时策略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建议、性能监控调优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端侧低延迟(&lt;100ms)、隐私保护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仅限RTX显卡用户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LLM + 系统感知 + GPU优化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Microsoft Xbox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2024年5月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平台级游戏AI助手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Azure云端 + Copilot框架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游戏推荐、攻略提示、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成就引导、社交辅助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Xbox生态深度整合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云端延迟、隐私顾虑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GPT-4 + 游戏知识图谱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Google GameNGen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2024年8月 (论文)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游戏世界生成引擎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扩散模型生成游戏画面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AI自动运行DOOM、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实时生成游戏场景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开创性Neural Game Engine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画质/精度有限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扩散模型(UNet) + 两阶段训练(先RL采数据，后扩散生成帧)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80160"/>
            <a:ext cx="2743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Inworld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2021年 (持续迭代)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AI NPC引擎平台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多模态NPC行为生成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NPC性格定制、动态对话、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情感模拟、行为决策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已集成UE/Unity引擎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高并发成本、一致性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LLM + 情感计算 + 行为树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业界竞品深度分析 — 国内玩家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中国AI游戏助手生态格局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网易·逆水寒AI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首个大规模AI NPC应用(2023.6)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 NPC对话系统 — 基于自研LLM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AI队友/陪玩 — 自动战斗辅助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AI画家/诗人 — 内容生成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DAU峰值超百万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自研LLM + 情感计算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腾讯·AI游戏助手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微信游戏+AI攻略助手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王者荣耀AI助手 — 赛前建议、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实时出装推荐、战后分析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和平精英AI教练 — 战术辅助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GPT类LLM + 游戏数据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13亿微信用户触达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米哈游·AI应用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原神/星铁 — AI技术探索与布局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AI美术生成 — 概念设计辅助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AI配音/音乐 — 内容生产提效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自研AI中台，AIGC应用于多产品线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AIGC多模态 + 游戏引擎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方向: AI Agent探索开放世界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80160"/>
            <a:ext cx="2743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字节/沐瞳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Mobile Legends AI Coach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AI智能客服/社区助手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豆包LLM接入游戏场景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抖音游戏直播AI解说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云雀/豆包LLM + CV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短视频+直播生态联动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852160"/>
            <a:ext cx="11430000" cy="640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国内洞察: 网易率先落地AI NPC | 腾讯依托生态做AI攻略 | 米哈游专注AIGC生产管线 | 字节打通短视频+游戏AI闭环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平台与生态竞品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国际平台/引擎厂商的AI布局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5661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育碧(Ubisoft) Neo NPC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35661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2024年GDC展示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与NVIDIA ACE/Inworld合作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在《全境封锁》中验证原型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La Forge AI实验室长期布局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核心能力: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 NPC动态对话生成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玩家行为自适应响应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开放世界剧情涌现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56616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Unity AI (Muse)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83080"/>
            <a:ext cx="35661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19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2025年正式推出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 Agent + MCP连接器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面向开发者的AI助手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集成至Pro/Enterprise计划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核心能力: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自然语言生成游戏逻辑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AI辅助场景编辑与调优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MCP协议打通外部工具链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56616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EA SEED实验室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356616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874519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长期研究游戏AI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Frostbite引擎AI集成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ML驱动反作弊(EA Anticheat)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GDC 2025展示AI/ML应用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核心能力: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渲染AI优化(DLSS/FSR类)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ML驱动的玩家匹配系统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AI辅助动画与物理模拟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27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趋势洞察: 引擎/平台厂商通过AI能力绑定开发者生态，形成「AI基础设施+内容生态」护城河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竞品分析 — 硬件厂商AI游戏助手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手机厂商AI游戏优化能力对比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红魔 (RedMagic)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6576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红魔9S Pro/10 Pro (2024-2025)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AI智能调度: 游戏场景AI识别+性能自适应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AI触控优化: 智能触控采样率调节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AI画质增强: 游戏画面实时超分辨率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红魔姬Mora: AI虚拟游戏伙伴(业内首创)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端侧NPU推理 + 游戏场景模型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280160"/>
            <a:ext cx="3657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一加 (OnePlus)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691640"/>
            <a:ext cx="36576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5564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OnePlus 13/Ace系列 (2024-2025)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HyperBoost引擎: AI帧率稳定+温控优化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AI游戏助手浮窗: 实时性能监控/消息管理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云计算2.0: AI预测性资源调度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ColorOS游戏模式AI优化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自研芯片级调优 + 云端AI协同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280160"/>
            <a:ext cx="365760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ROG Phone (ASUS)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691640"/>
            <a:ext cx="36576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39" y="175564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ROG Phone 9/9 Pro (2024.11)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Armoury Crate AI: 智能性能配置管理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 GameCool散热: AI预测温升+主动散热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AirTrigger AI手势: AI识别握姿自动映射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AI场景检测: 自动切换游戏/日常模式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端侧ML模型 + 硬件传感器融合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365760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三星 Galaxy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69080"/>
            <a:ext cx="36576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3308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9B59B6"/>
                </a:solidFill>
                <a:latin typeface="Microsoft YaHei"/>
              </a:defRPr>
            </a:pPr>
            <a:r>
              <a:t>Galaxy S24/S25系列 (2024-2025)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Galaxy AI + Game Booster: AI性能优化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AI电池管理: 游戏时智能功耗分配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AI画面优化: 游戏场景自适应亮度/色温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Game Booster优化: 后台AI资源调度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端侧NPU(Samsung Gauss) + Galaxy AI框架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657600"/>
            <a:ext cx="36576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675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小米/黑鲨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069080"/>
            <a:ext cx="36576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13308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FF8C00"/>
                </a:solidFill>
                <a:latin typeface="Microsoft YaHei"/>
              </a:defRPr>
            </a:pPr>
            <a:r>
              <a:t>小米15/Redmi K80 + 黑鲨5系列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Game Turbo AI: 智能性能调度+网络加速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AI游戏变声器: 实时语音变换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AI高帧率插帧: 游戏画面智能补帧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黑鲨AI按键: 智能映射游戏操作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澎湃芯片AI引擎 + HyperOS游戏优化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657600"/>
            <a:ext cx="365760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3675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vivo/iQOO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4069080"/>
            <a:ext cx="3657600" cy="1828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39" y="413308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iQOO 13/Z系列 (2024-2025)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Monster Engine AI: 游戏性能AI调度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AI超分超帧: 游戏画面实时增强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AI游戏助手: 实时攻略提示+战绩分析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AI降噪通话: 游戏中通话质量保障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技术: 自研Q1芯片 + 蓝心大模型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053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手机厂商洞察: 硬件级AI优化成为游戏手机标配 | 红魔率先推出AI虚拟伙伴 | 三星Galaxy AI生态最完整 | 端侧NPU推理是核心差异化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竞品综合对比矩阵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各维度能力评估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4630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产品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NPC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实时攻略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语音交互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视觉感知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内容生成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端侧能力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280160"/>
            <a:ext cx="1371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298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生态整合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91640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737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NVIDIA G-Assist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1691640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1737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240280"/>
            <a:ext cx="146304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Xbox Copilot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2240280"/>
            <a:ext cx="1371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788920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Google GameNGen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024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896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0896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6384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2560" y="2788920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5256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337559"/>
            <a:ext cx="146304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33832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Inworld AI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2024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0896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9768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512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6384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6384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52560" y="3337559"/>
            <a:ext cx="1371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52560" y="33832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3886200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3931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网易逆水寒AI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2024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92024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0896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0896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9768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9768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67512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7512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6384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6384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52560" y="3886200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52560" y="3931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4434840"/>
            <a:ext cx="146304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4480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腾讯AI助手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2024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92024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10896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10896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9768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9768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8640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7512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7512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86384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86384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052560" y="4434840"/>
            <a:ext cx="1371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52560" y="4480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4983479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8640" y="50291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米哈游AI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92024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92024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10896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10896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29768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9768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7512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7512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86384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86384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52560" y="4983479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052560" y="50291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57200" y="5532120"/>
            <a:ext cx="146304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48640" y="55778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红魔/ROG等游戏手机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20240" y="553212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920240" y="5577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108960" y="553212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108960" y="5577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297680" y="553212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297680" y="5577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486400" y="553212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486400" y="5577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675120" y="553212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675120" y="5577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863840" y="553212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863840" y="5577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052560" y="5532120"/>
            <a:ext cx="1371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052560" y="55778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评分说明: ++ 核心优势/领先  + 具备能力  -- 暂不具备/较弱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核心技术架构解析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AI游戏助手技术栈全景图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应用层 Application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28016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 NPC对话 | 智能攻略推荐 | 语音助手 | 实时翻译 | 内容生成 | 游戏教练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56032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智能层 Intelligence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28600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423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LLM推理引擎 (GPT-4/Claude/自研) | RAG检索增强 | 情感计算 | 多轮对话管理 | Agent规划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2560320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感知层 Perception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29184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429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屏幕理解 (OCR+VLM) | 语音识别 (ASR) | 游戏状态解析 | 玩家行为建模 | 手势识别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69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2560320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数据层 Data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29768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4434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游戏知识图谱 | 攻略数据库 | 玩家画像 | 实时游戏日志 | 多模态训练数据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D6A0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256032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40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基础设施层 Infrastructure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530352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5440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端侧推理 (NPU/GPU) | 云端LLM | 边缘计算节点 | 模型压缩/量化 | 实时通信 (WebSocket/gRPC)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关键技术详解 — 大语言模型 (LLM)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AI游戏助手的核心大脑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LLM在游戏助手中的应用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1. NPC自然语言对话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生成式对话替代预设脚本树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支持开放域闲聊与剧情推进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2. 游戏攻略智能问答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理解玩家意图，给出精准建议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结合RAG检索游戏知识库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3. 游戏内容生成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任务描述/道具说明/剧情文本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多语言本地化翻译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主流LLM选型对比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OpenAI GPT-4o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能力最强，成本高，首Token延迟0.3-2s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Claude 3.5 Sonnet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长文本优秀，安全性高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Llama 3.1 (开源)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可本地部署，定制性强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国内: 通义千问/文心/DeepSeek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中文优化，合规，成本可控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趋势: 小模型(SLM) + 蒸馏 + 量化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!!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LLM工程化挑战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延迟问题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游戏实时性要求 &lt;200ms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方案: KV Cache + Speculative Decoding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幻觉控制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游戏攻略不能出错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方案: RAG + 事实约束 + RLHF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成本控制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百万DAU的Token成本巨大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方案: 模型量化 + 缓存 + P2P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1124712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LLM技术演进趋势 2024-2025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Multimodal LLM: GPT-4o/Claude 3.5原生支持图像+语音+文本输入，实现游戏画面实时理解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10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On-device LLM: Llama 3.1 8B/Qwen2-7B量化后在手机端可运行，延迟&lt;100ms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58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Agentic LLM: Function Calling + ReAct架构，LLM可调用游戏API执行动作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058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LLM + RAG: 检索增强生成，结合游戏知识图谱，消除幻觉，提供精准攻略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Speculative Decoding: 小模型猜大模型验证，推理速度提升2-3倍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10/23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关键技术详解 — 计算机视觉 &amp; 多模态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让AI“看懂”游戏世界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计算机视觉 (CV) 技术栈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屏幕理解 (Screen Understanding)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OCR: 游戏UI文字识别 (血量/弹药/任务)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目标检测: 识别敌人/道具/NPC位置 (YOLOv8+)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场景分割: 理解地形/建筑/掩体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视觉语言模型 (VLM)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GPT-4V/Gemini Pro Vision: 截图理解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实时视频流分析: 30fps游戏画面处理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游戏状态自动推断: 从画面推导当前任务/进度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C107"/>
                </a:solidFill>
                <a:latin typeface="Microsoft YaHei"/>
              </a:defRPr>
            </a:pPr>
            <a:r>
              <a:t>关键指标: 目标检测&lt;50ms | 语义理解&lt;1-3s | GPU占用&lt;15%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多模态融合架构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输入模态: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视觉: 游戏画面截图/视频流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语音: 玩家语音指令 (ASR处理)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文本: 玩家文字输入 + 游戏日志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结构化: 游戏API状态数据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融合策略: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Early Fusion: 特征级拼接 (推荐)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Late Fusion: 决策级融合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Cross-Attention: 模态间交叉注意力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代表工作: GPT-4o原生多模态 | Gemini 1.5 Pro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语音交互技术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ASR (语音识别)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Whisper Large V3: 干净语音WER&lt;5%, 游戏场景需额外降噪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游戏场景降噪: 背景音/枪声过滤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流式识别: 边说边识别, 延迟&lt;300ms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TTS (语音合成)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情感化TTS: 根据游戏场景调整语调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Voice Clone: NPC专属声音定制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实时合成: 流式TTS, 首包&lt;200ms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1148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1148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强化学习 &amp; 玩家建模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61772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6D6A0"/>
                </a:solidFill>
                <a:latin typeface="Microsoft YaHei"/>
              </a:defRPr>
            </a:pPr>
            <a:r>
              <a:t>游戏AI训练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Self-play: AI自我对弈提升水平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Imitation Learning: 学习高手玩家操作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AlphaGo/AlphaStar方法论迁移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6D6A0"/>
                </a:solidFill>
                <a:latin typeface="Microsoft YaHei"/>
              </a:defRPr>
            </a:pPr>
            <a:r>
              <a:t>玩家行为建模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技能评估: ELO/MMR动态评分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意图预测: 预判玩家下一步操作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动态难度调节 (DDA): 保持心流体验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11/23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关键技术详解 — RAG &amp; 实时推理架构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精准、快速的AI服务保障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RAG (检索增强生成) 架构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为什么需要RAG?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LLM缺乏游戏特定知识，容易产生"幻觉"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游戏攻略/数据需要实时更新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RAG将外部知识注入LLM推理过程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RAG Pipeline: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1. Query理解 — 玩家问题意图解析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2. 向量检索 — Embedding + Milvus/FAISS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3. 知识融合 — 游戏知识图谱 + Wiki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4. 上下文构造 — Prompt Engineering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5. LLM生成 — 带知识约束的回答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6. 事实校验 — 交叉验证关键数据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知识库构建: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游戏Wiki结构化 + 攻略UGC清洗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游戏API实时数据接入 (物品/技能/地图)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版本更新自动同步机制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多模态索引: 文本+图片+视频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INF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实时推理架构设计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端云协同推理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端侧: 轻量模型处理高频低复杂度任务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游戏状态识别 (OCR/检测): &lt;30ms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简单问答/快捷指令: &lt;100ms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云端: LLM处理复杂推理任务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复杂攻略生成: 1-3s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NPC长对话: 流式500ms首Token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推理优化技术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模型量化: INT4/INT8, 体积减小75%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KV Cache: 复用历史计算, 加速2-3x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Speculative Decoding: 小模型推测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Continuous Batching: 提升吞吐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PagedAttention: 显存优化 (vLLM)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延迟目标: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游戏状态感知: &lt;50ms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简单问答响应: &lt;200ms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复杂策略生成: &lt;2s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流式输出首Token: &lt;500ms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04 典型应用场景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AI游戏助手四大核心场景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 NPC 智能对话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替代传统脚本树对话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LLM生成开放域对话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NPC具备记忆和情感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支持多轮上下文关联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动态反应玩家行为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网易逆水寒AI NPC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Inworld AI + UE/Unity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83464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智能攻略与教练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实时游戏画面理解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自动识别当前任务/关卡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个性化策略推荐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赛前Ban/Pick建议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战后数据分析与复盘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腾讯王者荣耀AI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NVIDIA G-Assist优化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83464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语音游戏助手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语音唤醒+自然语言指令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"帮我找最近的补给点"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实时语音翻译(跨国游戏)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AI解说/直播辅助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语音NPC交互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Xbox Copilot语音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Alexa Game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80160"/>
            <a:ext cx="283464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AIGC内容生成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关卡/地图自动生成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任务/剧情动态创建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AI美术/建模辅助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AI音乐/音效生成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多语言自动本地化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Roblox Cube 3D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Ubisoft Neo NPC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13/23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05 技术挑战与解决方案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AI游戏助手落地的关键难点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实时性挑战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游戏节奏快，AI响应需&lt;200ms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但LLM推理通常需要1-5秒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端侧小模型处理高频简单请求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流式输出 (Streaming) 降低感知延迟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预计算+缓存高频问答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Speculative Decoding加速推理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异步管道: 感知→推理→展示并行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8346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幻觉与准确性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LLM可能生成错误攻略信息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游戏数值/机制出错影响体验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RAG检索增强+游戏知识图谱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结构化输出约束 (JSON Schema)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多模型交叉验证 (Voting)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人工审核+玩家反馈闭环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置信度评分+低置信降级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83464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安全与合规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AI生成内容不可控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未成年人保护/内容审核/隐私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输入输出双层内容安全过滤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对话红线机制+自动熔断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端侧推理保护用户隐私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合规审计日志全量记录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符合各国AI监管法规要求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80160"/>
            <a:ext cx="283464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成本与规模化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LLM推理成本$0.01-0.1/次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百万DAU日成本可达数十万元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端云协同减少云端调用比例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模型蒸馏+量化降低单次成本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智能路由: 简单问题用小模型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对话缓存相似问题复用回答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动态扩缩容应对峰值流量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14/23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05 风险评估与合规矩阵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AI游戏助手落地风险评估与应对策略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554480"/>
          </a:xfrm>
          <a:prstGeom prst="rect">
            <a:avLst/>
          </a:prstGeom>
          <a:solidFill>
            <a:srgbClr val="3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" cy="1554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P0 必须MVP前解决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■ AI回答错误导致玩家损失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37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高影响 | 实时监控+人工兜底+快速回滚机制 | 上线前需通过压力测试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84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■ AI被滥用为作弊工具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848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安全风险 | Prompt注入防护+行为异常检测+举报机制 | 与反作弊系统联动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323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■ 算法备案与合规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32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法律风险 | 中国《生成式AI管理办法》合规 | 算法备案+安全评估+内容审核机制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11247120" cy="1554480"/>
          </a:xfrm>
          <a:prstGeom prst="rect">
            <a:avLst/>
          </a:prstGeom>
          <a:solidFill>
            <a:srgbClr val="2A2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4864" cy="1554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P1 扩展阶段解决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■ 训练数据版权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520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中影响 | 确保训练数据合规授权 | 优先使用开源/自有数据 | 建立数据溯源机制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67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■ 玩家接受度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8679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市场风险 | 小规模灰度验证 | A/B测试量化满意度 | 提供「关闭AI」选项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153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■ 模型幻觉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21538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质量风险 | RAG+知识图谱约束 | 结构化输出+置信度评分 | 人工审核反馈闭环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15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54864" cy="1554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Microsoft YaHei"/>
              </a:defRPr>
            </a:pPr>
            <a:r>
              <a:t>P2 长期关注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■ 供应商锁定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257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战略风险 | 多LLM供应商备选 | 开源模型自研微调 | 标准化API抽象层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052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■ GPU成本波动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6052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财务风险 | 端侧推理分摊云端负载 | 模型量化/蒸馏降本 | 按需弹性扩缩容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52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■ 竞品跟进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95274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竞争风险 | 持续跟踪竞品动态 | 深耕垂直场景建立壁垒 | 数据飞轮形成护城河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未来趋势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2025-2027年AI游戏助手技术演进方向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2025: 多模态融合年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VLM原生集成成为标配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语音+视觉+文本统一模型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实时游戏画面理解&lt;50ms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端侧7B模型成为主流选择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RAG与知识图谱深度融合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2026: AI Agent突破年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AI从被动响应变主动引导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具备长期记忆的AI NPC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AI自主探索+教学新玩家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多Agent协作(组队AI伙伴)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Personalized LLM微调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2027: Neural Game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AI实时生成游戏场景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Google GameNGen类技术成熟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程序化内容生成+LLM结合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每个玩家独一无二的体验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Game Master概念落地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112471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关键趋势洞察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技术收敛: 多模态LLM成为AI游戏助手的标准基础设施，端云协同架构成为行业共识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体验升级: 从被动问答走向主动引导，AI Agent将成为下一代游戏助手的核心形态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商业模式: 订阅制+内购+PaaS平台三种模式并行，数据飞轮驱动长期竞争壁垒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监管趋势: 全球AI监管趋严，合规能力将成为AI游戏产品的核心竞争力之一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场景优先级决策矩阵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基于技术成熟度/市场价值/实现难度/风险的综合评估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7772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#1 智能攻略问答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综合8.05分 — 推荐MVP首选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283464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488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技术成熟度: 9/10 (RAG+LLM方案成熟)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市场价值: 8/10 (玩家刚需，ARPU提升明确)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实现难度: 7.5/10 (知识库构建为主要工作量)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风险可控: 7.7/10 (RAG有效降低幻觉)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80160"/>
            <a:ext cx="283464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#2 AI NPC对话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综合6.55分 — 中期重点投入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057400"/>
            <a:ext cx="283464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1488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技术成熟度: 7/10 (LLM对话成熟，情感/记忆待完善)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市场价值: 7/10 (差异化体验，留存提升显著)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实现难度: 6/10 (多轮对话+记忆系统复杂)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风险可控: 5.8/10 (内容安全/一致性风险较高)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834640" cy="7772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#3 AIGC内容生成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综合6.35分 — 长期布局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57400"/>
            <a:ext cx="283464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488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技术成熟度: 6/10 (图像/音频可用，3D/关卡待突破)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市场价值: 8/10 (降本增效价值显著)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实现难度: 5.5/10 (多模态生成技术门槛高)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风险可控: 6/10 (版权/质量一致性风险)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280160"/>
            <a:ext cx="2834640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#4 语音助手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600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综合4.95分 — 远期探索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2057400"/>
            <a:ext cx="283464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1488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技术成熟度: 6/10 (ASR/TTS成熟，游戏降噪待优化)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市场价值: 5/10 (场景受限，非核心需求)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实现难度: 5/10 (游戏环境降噪+实时性挑战大)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风险可控: 3.8/10 (隐私/误触/体验一致性风险)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差异化竞争建议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&gt; 大型公司(腾讯/网易): 四场景全面布局，AI NPC+攻略优先，建立AI平台对外输出能力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&gt; 中型公司(米哈游/完美): 聚焦AI NPC+攻略问答，利用AIGC提升内容产能，差异化竞争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&gt; 小型团队: 攻略问答为唯一MVP切入点，快速验证，借助开源模型+PaaS降低技术门槛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MVP定义与KPI体系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智能攻略问答为核心的最小可行产品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32004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MVP范围定义 (智能攻略问答)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MUST (必须包含):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RAG攻略问答: 覆盖核心玩法Top 200问题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文字交互界面: 游戏内悬浮窗/侧边栏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基础意图识别: 攻略查询/装备推荐/任务指引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安全过滤: 内容审核+敏感词过滤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SHOULD (应该包含):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游戏状态感知: 自动识别当前关卡/角色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多轮对话: 上下文关联的追问体验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个性化推荐: 基于玩家等级/历史偏好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B0B0C0"/>
                </a:solidFill>
                <a:latin typeface="Microsoft YaHei"/>
              </a:defRPr>
            </a:pPr>
            <a:r>
              <a:t>WON'T (本期不做):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语音交互 / AI NPC对话 / AIGC内容生成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跨游戏通用平台 / 第三方API开放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32004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KPI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KPI体系与目标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用户指标: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AI渗透率 ≥ 5% (上线3个月内)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DAU中AI功能使用率 ≥ 15%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用户满意度 ≥ 4.0/5.0 (问卷评分)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性能指标: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P50响应延迟 ≤ 2s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P99响应延迟 ≤ 5s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系统可用性 ≥ 99.9%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质量指标: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幻觉率 ≤ 5% (人工抽检)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攻略准确率 ≥ 90% (游戏数据验证)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安全违规率 ≤ 0.1%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MVP里程碑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M1 (第1月)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03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需求定义+技术选型 | RAG知识库构建 | LLM接入与Prompt优化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50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M2 (第2月)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65099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核心问答功能开发 | 安全过滤系统 | 小规模内测(100人)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98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M3 (第3月)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9984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灰度发布(5%用户) | 数据监控看板 | 迭代优化+正式上线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商业化模式与市场机会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AI游戏助手的商业价值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增值订阅模式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AI高级助手功能付费订阅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月费$4.99-9.99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参考: Xbox Game Pass + Copilot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预估ARPU提升: 5-15%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83464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游戏内嵌付费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 NPC/伙伴作为游戏内购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AI皮肤/个性化定制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AI教练服务按时长收费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预估付费率: 8-15%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83464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平台服务收费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AI引擎作为PaaS对外服务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按API调用量计费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面向中小开发者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参考: Inworld AI定价模式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80160"/>
            <a:ext cx="28346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数据增值服务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AI助手收集玩家行为洞察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反哺游戏设计/运营决策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广告/推荐精准投放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数据价值难以估量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11247120" cy="2103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ROI分析: AI游戏助手投入产出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初始投入: 团队10-15人 × 6-12月 = ¥500-1500万 | 基础设施/模型训练成本: ¥200-500万/年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Token运营成本: 月度运营: Token/API调用¥15-30万/月(10万DAU) | GPU推理¥3-8万/月 | 人力¥8-15万/月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预期收益: ARPU提升5-15% | 用户留存+10-20% | 客服成本降低30-50% | 内容生产效率提升3-5x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盈亏平衡: 中型游戏(MAU 100万)预计8-14个月回收投入(含Token运营成本) | 大型游戏可缩短至5-9个月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19/23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战略行动建议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分阶段推进路线图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阶段一 (立即启动, M1-M3)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团队组建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组建5-8人AI游戏助手专项团队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包含: LLM工程师/CV工程师/产品/测试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技术基础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基于开源LLM搭建攻略问答原型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RAG知识库构建(Top 200核心问题)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安全过滤与合规框架搭建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产品验证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选择1-2款主力游戏做深度适配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小规模内测(100-500人)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收集反馈，迭代Prompt和RAG策略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里程碑: 攻略问答MVP灰度发布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阶段二 (扩展期, Q3-Q4 2025)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多模态升级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集成屏幕理解(OCR+VLM)能力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语音识别(ASR)接入测试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端云协同推理架构优化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AI NPC试点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在测试游戏中验证AI NPC对话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NPC记忆系统+情感计算原型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安全熔断+红线机制完善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数据飞轮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建立玩家行为数据采集pipeline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RAG知识库自动更新机制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用户满意度反馈闭环系统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里程碑: AI NPC小规模上线+多模态集成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阶段三 (规模化, 2026)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288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AI Agent能力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Agent自主探索+主动引导玩家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多Agent协作(组队AI伙伴)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个性化LLM微调(Player-specific)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AIGC内容生成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AI辅助关卡/任务设计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AI美术/音乐生产管线集成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多语言自动本地化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商业化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订阅/内购模型验证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PaaS平台对外输出能力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规模化推广至多款游戏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1">
                <a:solidFill>
                  <a:srgbClr val="06D6A0"/>
                </a:solidFill>
                <a:latin typeface="Microsoft YaHei"/>
              </a:defRPr>
            </a:pPr>
            <a:r>
              <a:t>里程碑: 商业化验证+全场景覆盖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20/23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07 团队多轮Review记录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质量保障 — 多角色交叉检查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749039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Round 1: 技术Review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Review人: 技术架构师 + AI算法工程师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3749039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审查技术架构合理性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验证LLM选型与量化方案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评估延迟/吞吐指标可行性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检查RAG Pipeline设计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结论: 技术方案可行, 建议增加端侧SLM方案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749039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98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Round 2: 产品Review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Review人: 产品经理 + 游戏设计师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03120"/>
            <a:ext cx="3749039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验证用户场景完整性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评估用户体验流程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检查商业化模型合理性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对比竞品差异化分析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结论: 场景覆盖全面, 建议补充社交AI场景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749039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98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Round 3: 战略Review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Review人: CTO + 业务负责人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3749039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评估技术投资优先级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验证ROI分析假设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审核团队能力匹配度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确认时间表可行性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结论: 战略方向正确, 建议分阶段推进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Review流程与质量保障机制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三轮Review机制: 技术Review → 产品Review → 战略Review, 每轮独立打分+意见汇总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评分标准: 数据准确性(30%) | 技术可行性(25%) | 商业价值(25%) | 表达清晰度(20%)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修改闭环: 每轮Review后48小时内完成修改并回复, 所有关闭项需确认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537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最终确认: 三轮Review全部通过 + CTO签字确认 → 报告定稿发布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21/23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参考资料与数据来源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References &amp;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57784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市场与行业报告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[1]  Fortune Business Insights, "AI in Gaming Market Size &amp; Share, 2024-2032"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[2]  Grand View Research, "AI in Video Games Market Analysis Report"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产品与公司官方资料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[3]  NVIDIA Computex 2024 Keynote — Project G-Assist Announcement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[4]  Google DeepMind, "GameNGen: Generating Interactive Game Worlds" (arxiv 2408.14837)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[5]  Microsoft Xbox Wire, "AI Gaming Assistant for Xbox" (2024.5)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57784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技术论文与行业会议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[6]   Inworld AI Official Documentation &amp; API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[7]   网易逆水寒手游官方公告 — AI NPC功能介绍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[8]   腾讯2024Q1财报 — AI与游戏业务板块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协议与开发者文档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[9]   GDC 2025 Conference Sessions — AI/ML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[10] Anthropic MCP (Model Context Protocol) Documentation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数据免责声明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1. 市场规模数据来源于第三方研究机构(Fortune Business Insights/Grand View Research)，含AI NPC/攻略/PCG等狭义口径，仅供参考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2. 竞品分析基于公开信息及GDC/行业会议资料，部分产品细节为推测，不代表官方立场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Microsoft YaHei"/>
              </a:defRPr>
            </a:pPr>
            <a:r>
              <a:t>3. ROI分析基于行业基准数据推算，实际投入产出可能因项目具体情况而异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22/23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总结与行动建议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!!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1. AI游戏助手处于爆发前夜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LLM+CV多模态融合是确定性方向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2. 差异化竞争在于场景深度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通用AI助手价值有限, 需深耕游戏垂直场景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3. 端云协同是性价比最优解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端侧处理高频简单任务, 云端处理复杂推理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4. 2025-2026是关键窗口期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技术成熟度与市场需求的交叉点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2743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行动建议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0020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阶段一 (立即启动)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组建5-8人AI游戏助手专项团队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基于开源LLM搭建攻略问答原型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选择1-2款主力游戏做深度适配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阶段二 (Q3-Q4 2025)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集成多模态(屏幕理解+语音)能力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NPC在测试游戏中小规模验证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建立RAG知识库+玩家数据飞轮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阶段三 (2026)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Agent能力上线, 主动引导玩家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商业化模型验证, 规模化推广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97680"/>
            <a:ext cx="75895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4805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0292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AI游戏助手行业洞察报告 v3.0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3949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报告日期: 2025年01月 | 团队多轮Review已通过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7607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94560"/>
                </a:solidFill>
                <a:latin typeface="Microsoft YaHei"/>
              </a:defRPr>
            </a:pPr>
            <a:r>
              <a:t>CONFIDENTIAL - INTERNAL USE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