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AI游戏助手行业洞察报告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94560"/>
                </a:solidFill>
                <a:latin typeface="Microsoft YaHei"/>
              </a:defRPr>
            </a:pPr>
            <a:r>
              <a:t>红魔（REDMAGIC）深度分析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00B4D8"/>
                </a:solidFill>
                <a:latin typeface="Microsoft YaHei"/>
              </a:defRPr>
            </a:pPr>
            <a:r>
              <a:t>红魔姬（Mora）· RedCore芯片 · RedMagic OS · Google 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A0A8B8"/>
                </a:solidFill>
                <a:latin typeface="Microsoft YaHei"/>
              </a:defRPr>
            </a:pPr>
            <a:r>
              <a:t>四位一体端云协同架构的AI游戏助手生态体系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06878"/>
                </a:solidFill>
                <a:latin typeface="Microsoft YaHei"/>
              </a:defRPr>
            </a:pPr>
            <a:r>
              <a:t>xhyha 洞察团队  |  2026年06月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06878"/>
                </a:solidFill>
                <a:latin typeface="Microsoft YaHei"/>
              </a:defRPr>
            </a:pPr>
            <a:r>
              <a:t>文档密级：内部公开  |  v2.0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▎目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57200" cy="3657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3385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155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3385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核心发现与关键结论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3677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184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品牌与技术背景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3677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红魔品牌概况 · 产品演进 · 硬件技术栈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396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214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AI游戏助手体系架构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3969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四层端云协同 · AI功能矩阵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4261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243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红魔姬（Mora）深度分析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64261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语音变声 · 游戏对话分析 · 虚拟形象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10896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455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272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RedCore自研芯片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14553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R4芯片架构 · 双芯片协同 · 技术路线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61188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4845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6301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RedMagic OS系统底座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64845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OS演进 · AI子系统 · 端云调度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11480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5137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1330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竞品对比分析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15137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市场格局 · 三大差异化优势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61772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5429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63600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合规 · 商业化 · 风险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65429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隐私合规 · 反作弊 · 商业路径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2064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5721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13892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行业趋势与战略建议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15721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短期/中期/长期展望 · 行动建议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623560"/>
            <a:ext cx="4572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660136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6418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总结与附录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660136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核心结论 · 术语表 · 参考资料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▎执行摘要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■ 红魔是国内唯一同时具备"硬件+OS+AI助手+游戏生态"完整闭环的游戏手机品牌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■ 红魔姬（Mora）是游戏手机行业唯一的AI虚拟伴侣，语音变声为核心差异化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■ 技术底座：RedCore R4 + Hexagon NPU + Google Gemini 端云协同架构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■ 专用芯片（RedCore R4）提供硬件级超分/插帧/触控优化，不占用SoC资源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30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核心结论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1. 红魔姬语音变声支持全游戏兼容（确认）；推测基于Hexagon NPU端侧推理（推测）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2. RedCore R4（专用功能加速器）与NPU（可编程AI）职责严格分离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3. 端云协同：在线用Gemini Pro复杂推理（推测），离线降级为规则引擎（推测）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4. 竞争风险高：vivo iQOO、小米等品牌AI能力快速追赶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300" b="0">
                <a:solidFill>
                  <a:srgbClr val="A0A8B8"/>
                </a:solidFill>
                <a:latin typeface="Microsoft YaHei"/>
              </a:defRPr>
            </a:pPr>
            <a:r>
              <a:t>5. 在垂直场景中，AI助手的价值在于场景理解的深度，而非通用智能的广度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05840"/>
            <a:ext cx="5212080" cy="16459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1155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四位一体架构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4475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🔴 硬件层：RedCore R4（超分/插帧/触控）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0B4D8"/>
                </a:solidFill>
                <a:latin typeface="Microsoft YaHei"/>
              </a:defRPr>
            </a:pPr>
            <a:r>
              <a:t>🔵 系统层：RedMagic OS 11.0（端云AI调度）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🟢 AI层：红魔姬Mora + Google Gemini（端云协同）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🟡 应用层：Game Space（11+游戏辅助工具）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5212080" cy="14630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03580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风险提示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36499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● AI辅助工具与游戏反作弊的兼容性（高风险）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● 竞品追赶速度加快，差异化优势可能缩小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● 虚拟形象的海外文化适应与监管合规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63440"/>
            <a:ext cx="5212080" cy="14630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77316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关键数据（RedMagic 11 Pro，官方数据）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102352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● 自研芯片：RedCore R4（超分至2K/144Hz）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● NPU：Hexagon NPU ~73 TOPS(INT8)，官方宣称+37%提升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● 散热：AquaCore + 24,000 RPM风扇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▎品牌概况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红魔（REDMAGIC）品牌信息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品牌名：REDMAGIC（红魔），中文名"红魔"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母公司：努比亚科技（Nubia），中兴通讯（ZTE）旗下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总部：中国深圳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成立时间：2018年4月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核心产品：游戏手机/平板/笔记本/外设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操作系统：RedMagic OS（闭源），当前版本11.0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官方网站：redmagic.gg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核心定位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行业唯一的完整闭环：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硬件 + OS + AI助手 + 游戏生态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四大核心能力：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① 红魔姬（Mora）— AI虚拟伴侣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② RedCore R4 — 自研游戏协处理器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③ RedMagic OS 11.0 — 深度AI定制系统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④ Google Gemini — 端云协同AI底座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0881360" cy="20116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24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读者指引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53712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技术战略决策者 → 第三章（架构）、第四章（红魔姬）、第五章（芯片）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产品经理 → 第二章（背景）、第三章（功能矩阵）、第七章（竞品）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投资者 → 第一章（摘要）、第七章（竞品）、第八章（商业化）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▎产品演进时间线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914400" cy="502920"/>
          </a:xfrm>
          <a:prstGeom prst="roundRect">
            <a:avLst/>
          </a:prstGeom>
          <a:solidFill>
            <a:srgbClr val="60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097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RedMagic初代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097280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RGB灯效、主动散热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527048"/>
            <a:ext cx="10058400" cy="9144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09928"/>
            <a:ext cx="914400" cy="502920"/>
          </a:xfrm>
          <a:prstGeom prst="roundRect">
            <a:avLst/>
          </a:prstGeom>
          <a:solidFill>
            <a:srgbClr val="60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0136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5564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Mars / 3系列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5564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肩部扳机、液冷、90Hz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2185416"/>
            <a:ext cx="10058400" cy="9144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368296"/>
            <a:ext cx="914400" cy="502920"/>
          </a:xfrm>
          <a:prstGeom prst="roundRect">
            <a:avLst/>
          </a:prstGeom>
          <a:solidFill>
            <a:srgbClr val="60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59736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41401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RedMagic 5G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14016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全球首批144Hz屏幕、5G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2843784"/>
            <a:ext cx="10058400" cy="9144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026664"/>
            <a:ext cx="914400" cy="502920"/>
          </a:xfrm>
          <a:prstGeom prst="roundRect">
            <a:avLst/>
          </a:prstGeom>
          <a:solidFill>
            <a:srgbClr val="606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18104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0723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72384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165Hz屏幕、18500RPM风扇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3502152"/>
            <a:ext cx="10058400" cy="9144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3685032"/>
            <a:ext cx="91440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76472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7307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730752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屏下摄像头、RedCore R1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4160520"/>
            <a:ext cx="10058400" cy="9144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914400" cy="5029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348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389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8/9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389120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AI功能雏形→红魔姬+语音变声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4818888"/>
            <a:ext cx="10058400" cy="9144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640" y="5001768"/>
            <a:ext cx="914400" cy="5029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9320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04748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 Pro/10S Pro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04748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骁龙8 Elite、RedCore R3 Pro、深度AI集成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5477256"/>
            <a:ext cx="10058400" cy="9144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5660136"/>
            <a:ext cx="914400" cy="50292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751576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5705856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11 Pro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705856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RedCore R4、Gemini端云协同、全面AI化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63040" y="6135624"/>
            <a:ext cx="10058400" cy="9144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▎RedMagic 11 Pro 硬件技术栈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5661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5661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SoC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Snapdragon 8 Elite升级版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CPU +20% | GPU +30% | NPU ~73TOPS +37%（官方数据）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051560"/>
            <a:ext cx="35661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79" y="1051560"/>
            <a:ext cx="356616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16128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自研芯片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15087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RedCore R4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187452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超分至2K | 插帧至144Hz | 触控延迟-33%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051560"/>
            <a:ext cx="35661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8" y="1051560"/>
            <a:ext cx="356616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8" y="116128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6D6A0"/>
                </a:solidFill>
                <a:latin typeface="Microsoft YaHei"/>
              </a:defRPr>
            </a:pPr>
            <a:r>
              <a:t>内存/存储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8" y="15087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LPDDR5T / UFS 4.1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8" y="187452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最高24GB + 1TB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35661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356616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6732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散热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148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AquaCore液冷 + Liquid Metal 3.0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13,116mm² VC + 24,000 RPM风扇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657600"/>
            <a:ext cx="35661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3657600"/>
            <a:ext cx="35661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39" y="376732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屏幕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41148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BOE X10 AMOLED 6.85英寸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39" y="448056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2688×1216 | 144Hz | 3000Hz触控采样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8" y="3657600"/>
            <a:ext cx="35661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18" y="3657600"/>
            <a:ext cx="356616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8" y="376732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06D6A0"/>
                </a:solidFill>
                <a:latin typeface="Microsoft YaHei"/>
              </a:defRPr>
            </a:pPr>
            <a:r>
              <a:t>电池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8" y="41148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7,500mAh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8" y="448056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80W有线/无线快充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注：性能数据来源于RedMagic官方页面，具体基准测试条件以官方发布为准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▎AI游戏助手体系架构 — 四层端云协同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088136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四层端云协同架构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┌─────────── 应用层 ──────────────────────────────────────────────┐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红魔姬(Mora)  │  Game Space  │  REDMAGIC AI Input  │  Gemini App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├─────────── 中间件层（RedMagic OS 11.0）─────────────────────────┤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端云AI调度器  │  游戏引擎集成框架  │  语音处理管线  │  触控优化引擎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├─────────── 硬件加速层 ──────────────────────────────────────────┤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┌─ Snapdragon SoC ──────────────────┐  ┌─ RedCore R4 ───────┐│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│ CPU │ GPU │ Hexagon NPU(AI推理) │  │ 超分 │ 插帧 │ 触控 ││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└────────────────────────────────────┘  │ RGB  │ 肩键 │ 震动 ││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            ↕ 高速总线互联                └───────────────────┘│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├─────────── 云服务层 ──────────────────────────────────────────┤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Google Gemini Pro/Ultra（复杂推理）  │  RedMagic Cloud（OTA/配置同步）│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 注：Gemini Nano可端侧运行（基础NLP），Pro/Ultra需云端           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5303520" cy="20116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24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双芯片职责分离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53712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Hexagon NPU（SoC内置）：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可编程AI推理 — 语音处理、ASR、NLP、Voice Conversion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RedCore R4（独立芯片）：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固定功能加速 — 超分、插帧、触控预处理、RGB控制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→ 两者不存在功能重叠，通过高速总线互联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14800"/>
            <a:ext cx="5303520" cy="20116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245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Mora × Gemini 协作关系（推测）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553712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语音变声：端侧NPU独立完成，不依赖Gemini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游戏建议：在线→Gemini Pro语义理解；离线→规则引擎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通用问答/翻译：直接使用Gemini能力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虚拟形象渲染：端侧GPU完成，不涉及云端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▎红魔姬（Mora）— AI虚拟伴侣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F8C00"/>
                </a:solidFill>
                <a:latin typeface="Microsoft YaHei"/>
              </a:defRPr>
            </a:pPr>
            <a:r>
              <a:t>注：以下技术实现细节为研究团队基于行业经验的推测，非官方确认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3520440" cy="34747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352044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语音变声（Mora Voice Changing）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将玩家语音转换为Mora独特的虚拟声音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基于深度学习Voice Conversion技术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利用Hexagon NPU进行实时推理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全游戏兼容（系统级音频流拦截）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保留原始语音语义内容和情感表达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520440" cy="34747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52044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09728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情感交互 &amp; 游戏建议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理解玩家情绪状态，提供情感反馈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NLP情感分析 + 游戏上下文理解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在线辅助以Gemini Pro增强理解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分析游戏内语音对话，提供交互建议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游戏画面识别 + 策略引擎 + 上下文推理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005840"/>
            <a:ext cx="3520440" cy="34747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005840"/>
            <a:ext cx="3520440" cy="45720"/>
          </a:xfrm>
          <a:prstGeom prst="rect">
            <a:avLst/>
          </a:prstGeom>
          <a:solidFill>
            <a:srgbClr val="A8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09728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A85CF5"/>
                </a:solidFill>
                <a:latin typeface="Microsoft YaHei"/>
              </a:defRPr>
            </a:pPr>
            <a:r>
              <a:t>虚拟形象展示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6459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二次元风格虚拟角色，品牌IP具象化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GPU实时渲染（Live2D或类似技术）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AI驱动的表情和动作系统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语音驱动的唇形同步（Lip Sync）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作为系统级UI叠加层，不影响游戏帧率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0881360" cy="13716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646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红魔姬演进历程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93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初代（8 Pro）: 基础虚拟形象 + 简单语音交互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第二代（9 Pro/9S Pro）: 增加语音变声功能，对话分析能力增强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第三代（10 Pro/11 Pro）: 全面AI化，深度集成Gemini，支持全游戏Mora语音变声，游戏状态感知大幅提升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03b ▎Game Space &amp; Google Gemini 集成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694944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Game Space 游戏辅助工具集（11+工具）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探索模式（Discovery Mode）— 放大远距离目标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AI触发器（AI Trigger）— 自动检测游戏事件并触发操作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辅助瞄准线 / 自定义准星 — 提升瞄准精度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体感控制 — 6轴陀螺仪数据融合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多屏模式 — 将RedMagic设备作为第二游戏屏幕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游戏事件追踪 — 记录关键时刻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灵活录制 — 可前后滑动的AI事件检测录制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屏幕提取 — 信息提取与显示（推测：OCR技术）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快速游戏信息摘要 — AFK/总时长等AI分析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高精度虚拟摇杆 — 高灵敏度虚拟摇杆覆盖层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097280"/>
            <a:ext cx="365760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120700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Gemini端云分层部署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1536192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端侧（Nano）：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基础NLP/摘要、即时字幕、AI Input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端云协同：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照片搜索、实时翻译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云端（Pro/Ultra）：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视觉编辑、Circle to Search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A0A8B8"/>
                </a:solidFill>
                <a:latin typeface="Microsoft YaHei"/>
              </a:defRPr>
            </a:pPr>
            <a:r>
              <a:t>集成方式（推测）：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Google Play Services Gemini 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0881360" cy="20116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24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AI辅助工具的反作弊风险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53712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● 探索模式（画面缩放）— 可能被视为视觉增强外挂，系统级实现可能规避检测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● AI触发器（自动操作）— 明确属于自动化外挂风险，需游戏厂商白名单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● 辅助瞄准线 — 处于辅助与作弊的灰色地带，需逐游戏评估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● 语音变声 — 不影响游戏公平性，低风险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建议：与腾讯/网易/米哈游建立AI工具白名单机制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▎红魔姬语音变声技术实现（推测）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0881360" cy="20116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语音变声技术管线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麦克风输入 → 语音预处理(降噪/VAD/回声消除) → 特征提取(声纹编码/韵律/情感)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→ Voice Conversion Model（端侧NPU推理） → 目标声纹合成（Mora音色）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→ 后处理(音质增强/延迟优化) → 游戏内语音通话输出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关键：系统级音频流拦截与替换（Android AudioRecord/AudioTrack API层面），不依赖游戏API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530352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93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技术方案推测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22192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Voice Conversion模型：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可能采用RVC或VITS等开源方案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通过INT8/FP16量化适配Hexagon NPU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支持任意说话人→Mora音色转换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实时性保障：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Hexagon NPU硬件加速，目标延迟&lt;50ms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24GB LPDDR5T内存提供充足空间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AquaCore散热确保持续性能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383280"/>
            <a:ext cx="530352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493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全游戏兼容实现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822192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系统级音频流拦截：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Android AudioRecord/AudioTrack API层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拦截麦克风输入 → AI转换 → 替换输出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不依赖游戏API，兼容所有游戏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与竞品对比：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vivo iQOO：AI变声仅部分游戏支持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小米小爱：变声非游戏场景专属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  · 红魔：唯一全游戏兼容的语音变声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▎红魔姬游戏对话分析与建议（推测）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0881360" cy="18288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游戏对话分析管线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游戏语音流 → 语音转文字(ASR，端侧NPU) → 语义理解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在线模式：Gemini Pro（云端LLM）复杂语义理解 → 本地策略引擎 → 建议生成 → UI展示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离线模式：基于规则的策略引擎直接生成建议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+ 游戏上下文感知（端侧画面识别）→ 结合游戏状态优化建议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5303520" cy="29260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101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端云协同策略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39312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在线模式（Gemini Pro）：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ASR（端侧NPU）→ Gemini Pro云端复杂推理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支持深度语义理解、多轮对话分析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生成个性化游戏策略建议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离线模式（规则引擎）：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端侧ASR → 基于规则的策略引擎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预设策略模板匹配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未来优化方向：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利用Gemini Nano端侧NLU + 知识蒸馏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200400"/>
            <a:ext cx="5303520" cy="29260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31012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A85CF5"/>
                </a:solidFill>
                <a:latin typeface="Microsoft YaHei"/>
              </a:defRPr>
            </a:pPr>
            <a:r>
              <a:t>虚拟形象技术（推测）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639312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渲染技术：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GPU实时角色渲染，Live2D或低多边形3D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动画驱动：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AI驱动表情和动作，根据交互动态响应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唇形同步：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语音驱动Lip Sync，口型与语音匹配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渲染优化：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系统级UI叠加层渲染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独立线程运行，不影响游戏帧率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▎RedCore自研芯片技术分析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RedCore芯片演进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RedCore R1（7系列）— 基础触控优化、肩键控制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RedCore R2（8/9系列）— 触控增强、RGB灯效控制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RedCore R3 Pro（10S Pro）— 超分辨率、帧率增强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RedCore R4（11 Pro）— 超分至2K、144Hz插帧、触控-33%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RedCore R4 功能模块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┌──────────────┐ ┌──────────────┐ ┌──────────────┐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超分辨率引擎  │ │ 帧率增强引擎 │ │ 触控优化引擎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·空间/时间超分│ │ ·光流法插帧  │ │ ·预测/过滤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└──────────────┘ └──────────────┘ └──────────────┘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┌──────────────┐ ┌──────────────┐ ┌──────────────┐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RGB灯光控制  │ │ 肩键处理引擎 │ │ 4D震动控制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│ ·低延迟驱动  │ │ ·520Hz采样   │ │ ·触觉反馈    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└──────────────┘ └──────────────┘ └──────────────┘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108813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58767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超分/插帧技术路线推测 &amp; 关键说明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1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超分辨率路线：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受移动端功耗限制，更可能采用类似AMD FSR的算法超分方案（空间/时间超分辨率），而非NVIDIA DLSS的AI超分方案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帧率增强路线：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更可能采用基于光流法的帧插值（类似AMD AFMF），而非AI帧生成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关键说明：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  RedCore R4不参与语音变声等AI推理任务。语音变声由Hexagon NPU独立承担。两者职责严格分离。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▎双芯片协同机制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08813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数据流与职责划分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【画面数据流】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游戏引擎 → [SoC GPU渲染] → [RedCore R4 超分/插帧] → [屏幕输出]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├── SoC负责：游戏逻辑(CPU) + AI推理(NPU) + 网络通信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└── RedCore负责：算法超分辨率 + 光流法帧插值 + 画面增强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【触控数据流】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触控输入 → [RedCore R4预处理(预测/降噪/灵敏度)] → [SoC游戏响应]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【语音数据流】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语音输入 → [Hexagon NPU推理(ASR+声纹转换+音质优化)] → [Voice Conversion] → [游戏语音输出]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530352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58767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Hexagon NPU vs RedCore R4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87951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Hexagon NPU（可编程AI推理）：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语音处理、ASR、NLP、Voice Conversion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灵活可编程，运行AI模型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RedCore R4（固定功能加速器）：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超分辨率、帧率插值、触控预处理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RGB控制、肩键、4D震动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专用硬件电路，高性能低功耗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749039"/>
            <a:ext cx="530352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858767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协同优势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87951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● 不占用SoC资源：游戏渲染和AI推理互不干扰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● 低功耗高效能：固定功能电路比通用NPU更省电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● 专芯专用：游戏画面增强和触控优化由专用芯片处理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竞品对比：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vivo iQOO Q2芯片：功能类似但未开放语音变声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小米Surge P系列：偏重性能调度，非画面增强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ROG Phone：无独立游戏芯片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 ▎RedMagic OS — AI游戏助手的系统底座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0881360" cy="457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A0A8B8"/>
                </a:solidFill>
                <a:latin typeface="Microsoft YaHei"/>
              </a:defRPr>
            </a:pPr>
            <a:r>
              <a:t>OS 5.x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1556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7系列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15568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基础Game Space工具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10881360" cy="457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A0A8B8"/>
                </a:solidFill>
                <a:latin typeface="Microsoft YaHei"/>
              </a:defRPr>
            </a:pPr>
            <a:r>
              <a:t>OS 6.x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66420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8系列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64208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初步AI辅助，红魔姬概念引入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48840"/>
            <a:ext cx="10881360" cy="457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128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A0A8B8"/>
                </a:solidFill>
                <a:latin typeface="Microsoft YaHei"/>
              </a:defRPr>
            </a:pPr>
            <a:r>
              <a:t>OS 7.x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21284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9系列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12848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红魔姬语音变声，Mora形象确立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697480"/>
            <a:ext cx="10881360" cy="457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6148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A0A8B8"/>
                </a:solidFill>
                <a:latin typeface="Microsoft YaHei"/>
              </a:defRPr>
            </a:pPr>
            <a:r>
              <a:t>OS 8.x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76148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10系列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761488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深度AI集成，更多游戏辅助工具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10881360" cy="457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1012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OS 11.0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310128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11系列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310128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全面AI化：Gemini端云协同、Mora全面进化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352044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416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端云AI调度器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7083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在线→Gemini Pro处理复杂任务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离线/弱网→端侧规则引擎/Nano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智能分配：NPU/GPU/CPU/RedCore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根据游戏负载动态调整AI频率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保证游戏帧率优先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931920"/>
            <a:ext cx="352044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0416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游戏引擎集成框架（推测）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7083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Unity/Unreal渲染管线钩子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游戏状态检测与事件触发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画面帧数据截取与分析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系统级音频流管理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低延迟音频处理链路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3931920"/>
            <a:ext cx="352044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59" y="404164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触控优化引擎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437083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RedCore R4硬件级触控预处理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智能触控预测与噪声过滤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湿手触控模式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（Synaptics 3910v芯片支持）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3000Hz触控采样率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07 ▎市场格局与竞品对比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16459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54864" cy="1645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第一梯队：专用游戏手机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REDMAGIC（红魔）— 红魔姬Mora + RedCore R4 + Gemini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ASUS ROG Phone — Armoury Crate + AI性能优化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Black Shark（黑鲨）— Shark Space + 基础游戏辅助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11064240" cy="16459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54864" cy="1645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YaHei"/>
              </a:defRPr>
            </a:pPr>
            <a:r>
              <a:t>第二梯队：高性能游戏子品牌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vivo iQOO — Q系列自研电竞芯片 + AI变声/字幕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一加 Ace — HyperBoost引擎 + AI帧率增强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11064240" cy="16459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54864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第三梯队：通用旗舰降维竞争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小米/Redmi K — Surge P系列 + Game Turbo + 小爱同学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Samsung Galaxy — Game Booster+ + Galaxy AI + Bixby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07 ▎核心竞品AI能力详细对比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55448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69848"/>
            <a:ext cx="1463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051560"/>
            <a:ext cx="2286000" cy="3200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06984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REDMAGIC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51560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0698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ROG 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51560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0698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vivo iQOO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051560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0698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小米/Redmi 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0" y="1051560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106984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Samsung Galaxy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417320"/>
            <a:ext cx="15544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463040"/>
            <a:ext cx="1463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AI虚拟伴侣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1417320"/>
            <a:ext cx="228600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146304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红魔姬Mora</a:t>
            </a:r>
            <a:br/>
            <a:r>
              <a:t>语音变声+情感交互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41732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4630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41732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4630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41732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4630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小爱同学</a:t>
            </a:r>
            <a:br/>
            <a:r>
              <a:t>（非游戏专属）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141732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14630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Bixby</a:t>
            </a:r>
            <a:br/>
            <a:r>
              <a:t>（非游戏专属）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194560"/>
            <a:ext cx="15544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240280"/>
            <a:ext cx="1463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自研芯片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194560"/>
            <a:ext cx="228600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22402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RedCore R4</a:t>
            </a:r>
            <a:br/>
            <a:r>
              <a:t>超分/插帧/触控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19456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224028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无独立芯片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19456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24028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Q2电竞芯片</a:t>
            </a:r>
            <a:br/>
            <a:r>
              <a:t>插帧/超分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19456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224028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Surge P系列</a:t>
            </a:r>
            <a:br/>
            <a:r>
              <a:t>性能调度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24160" y="219456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9880" y="224028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无独立芯片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2971800"/>
            <a:ext cx="15544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3017520"/>
            <a:ext cx="1463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语音变声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2971800"/>
            <a:ext cx="228600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48840" y="301752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全游戏兼容</a:t>
            </a:r>
            <a:br/>
            <a:r>
              <a:t>端侧NPU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297180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301752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97180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01752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部分游戏</a:t>
            </a:r>
            <a:br/>
            <a:r>
              <a:t>支持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297180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301752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非游戏场景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24160" y="297180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69880" y="301752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无游戏场景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749040"/>
            <a:ext cx="15544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3794760"/>
            <a:ext cx="1463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通用AI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3749040"/>
            <a:ext cx="228600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48840" y="379476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Gemini</a:t>
            </a:r>
            <a:br/>
            <a:r>
              <a:t>深度集成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374904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37947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Gemini基础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74904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37947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蓝心大模型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374904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58200" y="37947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小爱+Gemini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24160" y="374904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69880" y="37947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Galaxy AI</a:t>
            </a:r>
            <a:br/>
            <a:r>
              <a:t>(自研+Gemini)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4526280"/>
            <a:ext cx="15544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4572000"/>
            <a:ext cx="1463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游戏工具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03120" y="4526280"/>
            <a:ext cx="228600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48840" y="457200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Game Space</a:t>
            </a:r>
            <a:br/>
            <a:r>
              <a:t>11+工具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389120" y="452628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34840" y="457200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Armoury</a:t>
            </a:r>
            <a:br/>
            <a:r>
              <a:t>Crate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452628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46520" y="457200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游戏魔盒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12480" y="452628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58200" y="457200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Game Turbo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24160" y="452628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69880" y="457200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Game Booster+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5303520"/>
            <a:ext cx="15544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" y="5349240"/>
            <a:ext cx="1463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帧率增强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03120" y="5303520"/>
            <a:ext cx="228600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48840" y="534924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硬件级</a:t>
            </a:r>
            <a:br/>
            <a:r>
              <a:t>RedCore R4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89120" y="530352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34840" y="53492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软件级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400800" y="530352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46520" y="53492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硬件级</a:t>
            </a:r>
            <a:br/>
            <a:r>
              <a:t>Q2芯片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12480" y="530352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58200" y="53492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软件级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424160" y="5303520"/>
            <a:ext cx="2011680" cy="731520"/>
          </a:xfrm>
          <a:prstGeom prst="rect">
            <a:avLst/>
          </a:prstGeom>
          <a:solidFill>
            <a:srgbClr val="121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469880" y="534924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软件级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6080760"/>
            <a:ext cx="15544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" y="6126480"/>
            <a:ext cx="146303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AI字幕/翻译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03120" y="6080760"/>
            <a:ext cx="228600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48840" y="61264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支持</a:t>
            </a:r>
            <a:br/>
            <a:r>
              <a:t>(Gemini驱动)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89120" y="608076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34840" y="612648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支持(基础)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608076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46520" y="612648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支持</a:t>
            </a:r>
            <a:br/>
            <a:r>
              <a:t>(AI字幕)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412480" y="608076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58200" y="612648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支持</a:t>
            </a:r>
            <a:br/>
            <a:r>
              <a:t>(小爱实时字幕)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424160" y="6080760"/>
            <a:ext cx="2011680" cy="731520"/>
          </a:xfrm>
          <a:prstGeom prst="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69880" y="612648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Microsoft YaHei"/>
              </a:defRPr>
            </a:pPr>
            <a:r>
              <a:t>支持</a:t>
            </a:r>
            <a:br/>
            <a:r>
              <a:t>(Galaxy AI)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07 ▎红魔三大差异化优势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566160" cy="5029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56616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优势一：唯一的AI虚拟伴侣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红魔姬（Mora）在游戏手机市场无直接竞品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vivo iQOO虽有AI变声，但无虚拟IP形象和情感交互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小爱同学覆盖面广但非游戏场景专属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Mora = 品牌代言人 + AI功能载体 + 情感连接点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商业价值：将科技产品赋予人格化温度，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    增强用户情感连接和品牌忠诚度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051560"/>
            <a:ext cx="3566160" cy="5029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79" y="1051560"/>
            <a:ext cx="356616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39" y="114300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优势二：专用芯片的深度优化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39" y="16916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RedCore R4提供固定功能硬件级加速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不占用SoC资源，游戏与AI互不干扰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vivo iQOO的Q2芯片功能类似但未开放语音变声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小米Surge P系列偏重性能调度而非画面增强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技术价值：专芯专用，高性能低功耗，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    竞品难以通过软件优化复制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8" y="1051560"/>
            <a:ext cx="3566160" cy="5029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8" y="1051560"/>
            <a:ext cx="356616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8" y="114300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优势三：垂直场景的深度整合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8" y="16916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硬件(RedCore)→OS(RedMagic OS)→AI(Mora+Gemini)全栈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深度游戏场景集成（触控、散热、音频全链路）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通用旗舰虽AI能力强，但游戏垂直整合深度不足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从芯片到应用到云服务的全栈控制力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战略价值：在垂直场景中，AI助手的价值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        在于场景理解的深度，而非通用智能的广度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08 ▎隐私合规与反作弊兼容性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隐私与合规考量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语音数据（麦克风输入/变声处理）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  风险：个人生物特征信息采集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→ 是否本地处理？是否上传云端？用户授权机制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游戏画面截取（AI辅助/事件检测）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  风险：游戏内容隐私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→ 截取范围、本地处理策略、数据留存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游戏对话分析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  风险：第三方语音的采集与分析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→ 是否仅处理用户本人语音？合规性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合规框架建议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中国市场：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需符合《个人信息保护法》和《数据安全法》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海外市场：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需符合GDPR（欧盟）、CCPA（加州）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核心原则：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"数据最小化"原则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AI处理尽量端侧完成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用户知情权与选择权保障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· 透明的数据采集和使用说明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0881360" cy="20116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24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反作弊兼容性风险矩阵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53712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探索模式（画面缩放）— 可能被视为视觉增强外挂 → 系统级实现可能规避检测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AI触发器（自动操作）— 明确属于自动化外挂风险 → 需要游戏厂商白名单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8C00"/>
                </a:solidFill>
                <a:latin typeface="Microsoft YaHei"/>
              </a:defRPr>
            </a:pPr>
            <a:r>
              <a:t>辅助瞄准线 — 辅助与作弊的灰色地带 → 需逐游戏评估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语音变声 — 不影响游戏公平性 → 低风险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→ 关键建议：与腾讯/网易/米哈游等头部厂商建立AI工具白名单机制，消除用户使用顾虑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08 ▎商业化路径与风险评估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商业化路径（推测）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🔴 硬件利润驱动（主要）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AI功能作为硬件卖点，驱动高端手机销售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🟡 Mora皮肤/音色增值服务（中等）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未来可能推出付费Mora服装、更多角色音色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🟢 Game Space高级功能订阅（低-中）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基础工具免费，高级AI功能可能收费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风险评估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竞争风险 — 高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vivo iQOO/小米AI能力快速追赶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8C00"/>
                </a:solidFill>
                <a:latin typeface="Microsoft YaHei"/>
              </a:defRPr>
            </a:pPr>
            <a:r>
              <a:t>监管风险 — 中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AI生成内容合规要求趋严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8C00"/>
                </a:solidFill>
                <a:latin typeface="Microsoft YaHei"/>
              </a:defRPr>
            </a:pPr>
            <a:r>
              <a:t>生态风险 — 中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AI辅助与游戏反作弊兼容性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技术/品牌风险 — 低-中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08813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商业化可持续性分析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核心问题：红魔姬的AI功能是否足以支撑硬件溢价？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正面因素：Mora作为独特IP有情感粘性 + 语音变声是刚需功能 + RedCore硬件壁垒竞品短期难复制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负面因素：通用AI助手（小爱/Gemini）功能日趋强大可能挤压差异化空间 + 游戏辅助工具面临反作弊限制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关键变量：端侧AI能力是否能保持领先18个月以上 + 与游戏厂商的白名单合作进展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09 ▎行业趋势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53949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539496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AI游戏助手从工具走向伴侣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传统游戏辅助（宏按键/准星）→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具有人格化特征的AI伴侣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红魔姬代表这一趋势的先行者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3949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39496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612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端侧AI能力爆发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移动端NPU性能持续提升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端侧可运行越来越复杂的AI模型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语音转换/画面理解从云端→端侧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53949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539496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130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Microsoft YaHei"/>
              </a:defRPr>
            </a:pPr>
            <a:r>
              <a:t>游戏手机差异化竞争加剧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硬件参数趋同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AI体验成为关键差异化因素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自研芯片提供更深层次优化空间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03320"/>
            <a:ext cx="53949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539496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130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06D6A0"/>
                </a:solidFill>
                <a:latin typeface="Microsoft YaHei"/>
              </a:defRPr>
            </a:pPr>
            <a:r>
              <a:t>AI与游戏深度融合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06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从简单辅助→真正的游戏理解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AI将改变游戏的交互方式</a:t>
            </a:r>
          </a:p>
          <a:p>
            <a:pPr>
              <a:lnSpc>
                <a:spcPct val="130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和体验维度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09 ▎战略建议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对红魔（产品策略）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① Mora功能优先级：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语音变声是最大差异化点，持续投入音质和延迟优化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② 端侧AI投资：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利用Gemini Nano+知识蒸馏，逐步端侧化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③ 生态合作：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与腾讯/网易/米哈游建立AI工具白名单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④ 个性化定制：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开放Mora外观/音色/性格定制，增强付费意愿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A85CF5"/>
                </a:solidFill>
                <a:latin typeface="Microsoft YaHei"/>
              </a:defRPr>
            </a:pPr>
            <a:r>
              <a:t>⑤ 海外本地化：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Mora形象和语音需适配不同文化市场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7432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对行业观察者/投资者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① 关注端侧AI芯片赛道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RedCore R4/vivo Q2等专用游戏芯片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代表移动端AI硬件新方向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② 虚拟伴侣商业化验证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红魔姬是检验"游戏AI伴侣"商业模式的最佳案例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FF8C00"/>
                </a:solidFill>
                <a:latin typeface="Microsoft YaHei"/>
              </a:defRPr>
            </a:pPr>
            <a:r>
              <a:t>③ 监管风险前瞻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AI辅助工具合规边界将逐渐清晰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需持续跟踪政策变化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0881360" cy="201168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24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技术展望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53712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短期（2026年）：红魔姬更强的多模态理解（视觉+语音+游戏状态） | 更多角色音色选择 | AI超分/插帧覆盖更多游戏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中期（2027-2028年）：具备长期记忆的个性化AI伴侣 | Gemini Nano知识蒸馏实现更自然端侧对话 | AI自动游戏指导（新手教学/高阶策略）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0B4D8"/>
                </a:solidFill>
                <a:latin typeface="Microsoft YaHei"/>
              </a:defRPr>
            </a:pPr>
            <a:r>
              <a:t>长期（2029+年）：跨设备AI伴侣同步（手机/平板/PC/AR） | 实时AI解说和直播辅助 | 基于玩家数据的个性化AI训练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10 ▎总结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红魔的核心价值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品牌价值：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将科技产品赋予人格化温度，增强用户情感连接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功能价值：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语音变声、游戏建议等实用功能满足个性化需求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生态价值：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  <a:r>
              <a:t>  连接玩家社区，构建品牌忠诚度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228600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技术实现的成功要素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硬件基础：Hexagon NPU端侧AI算力 + RedCore R4画面增强卸载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系统深度：RedMagic OS的系统级音频/画面拦截能力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端云协同：Gemini云端LLM + 端侧规则引擎的智能调度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● 垂直整合：从芯片到应用到云服务的全栈控制力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0881360" cy="237744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673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核心洞察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96512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在垂直场景（游戏）中，AI助手的价值不在于通用智能的广度，而在于对特定场景理解的深度。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● 红魔通过四位一体架构建立了独特的技术壁垒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● 红魔姬是游戏AI伴侣商业模式的最佳试验田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● 竞争风险（竞品追赶）和生态风险（反作弊）是最大变量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 b="0">
                <a:solidFill>
                  <a:srgbClr val="06D6A0"/>
                </a:solidFill>
                <a:latin typeface="Microsoft YaHei"/>
              </a:defRPr>
            </a:pPr>
            <a:r>
              <a:t>● 端侧AI能力+自研芯片是长期护城河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10 ▎附录：术语表 &amp; 参考资料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2960"/>
            <a:ext cx="1106424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03520" cy="48463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术语表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Mora（红魔姬）— REDMAGIC的AI虚拟伴侣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RedCore — REDMAGIC自研固定功能游戏协处理器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RedMagic OS — 基于Android定制的游戏优化系统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Game Space — 内置游戏增强工具平台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Voice Conversion (VC) — 语音转换技术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RVC — 基于检索的语音转换（主流开源方案）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VAD — 语音活动检测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Hexagon NPU — Snapdragon内置AI推理引擎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ASR — 自动语音识别 | NLU — 自然语言理解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Super Resolution — AI超分辨率技术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Frame Generation — AI帧生成/插值技术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FSR — AMD算法超分辨率（RedCore推测路线）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DLSS — NVIDIA AI超分辨率（参考对照）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Gemini Nano/Pro/Ultra — Google端侧/云端AI模型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ICE — REDMAGIC散热技术品牌，最新代号AquaCore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097280"/>
            <a:ext cx="5303520" cy="4846320"/>
          </a:xfrm>
          <a:prstGeom prst="roundRect">
            <a:avLst/>
          </a:prstGeom>
          <a:solidFill>
            <a:srgbClr val="1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20700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参考资料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36192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1. REDMAGIC官方网站: redmagic.gg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2. REDMAGIC 11 Pro产品页面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3. Wikipedia - Redmagic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4. Qualcomm Snapdragon 8 Elite发布信息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5. Android Headlines - RedMagic报道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6. TechRadar - RedMagic系列评测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7. REDMAGIC Game Space官方博客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8. Google Gemini端侧部署文档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9. vivo iQOO官方产品页面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10. 小米Redmi K系列产品页面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免责声明：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标注"（推测）"的技术实现为研究团队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基于行业经验的合理推断，非官方确认。</a:t>
            </a:r>
          </a:p>
          <a:p>
            <a:pPr>
              <a:lnSpc>
                <a:spcPct val="125000"/>
              </a:lnSpc>
              <a:spcAft>
                <a:spcPts val="300"/>
              </a:spcAft>
              <a:defRPr sz="1200">
                <a:solidFill>
                  <a:srgbClr val="A0A8B8"/>
                </a:solidFill>
                <a:latin typeface="Microsoft YaHei"/>
              </a:defRPr>
            </a:pPr>
            <a:r>
              <a:t>性能数据来源于RedMagic官方页面。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0">
                <a:solidFill>
                  <a:srgbClr val="E94560"/>
                </a:solidFill>
                <a:latin typeface="Microsoft YaHei"/>
              </a:defRPr>
            </a:pPr>
            <a:r>
              <a:t>红魔AI游戏助手 / 红魔姬（Mora）深度洞察报告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A0A8B8"/>
                </a:solidFill>
                <a:latin typeface="Microsoft YaHei"/>
              </a:defRPr>
            </a:pPr>
            <a:r>
              <a:t>xhyha 洞察团队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606878"/>
                </a:solidFill>
                <a:latin typeface="Microsoft YaHei"/>
              </a:defRPr>
            </a:pPr>
            <a:r>
              <a:t>2026年06月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xhyha 洞察团队  |  红魔AI游戏助手 深度洞察报告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06878"/>
                </a:solidFill>
                <a:latin typeface="Microsoft YaHei"/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